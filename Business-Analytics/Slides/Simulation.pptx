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7" r:id="rId14"/>
    <p:sldId id="272" r:id="rId15"/>
    <p:sldId id="268" r:id="rId16"/>
    <p:sldId id="269" r:id="rId17"/>
    <p:sldId id="270" r:id="rId18"/>
    <p:sldId id="27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EA772C-9042-5B40-B2CA-398DA647AA96}" v="2" dt="2025-11-03T15:56:11.4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92416"/>
  </p:normalViewPr>
  <p:slideViewPr>
    <p:cSldViewPr>
      <p:cViewPr varScale="1">
        <p:scale>
          <a:sx n="114" d="100"/>
          <a:sy n="114" d="100"/>
        </p:scale>
        <p:origin x="74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rmohsen Golmohammadi" userId="7ce0db84-c3cb-435b-9860-51974a9f0fdd" providerId="ADAL" clId="{15AC658F-99DC-DF43-863F-05EF042A8332}"/>
    <pc:docChg chg="undo custSel addSld delSld modSld">
      <pc:chgData name="Amirmohsen Golmohammadi" userId="7ce0db84-c3cb-435b-9860-51974a9f0fdd" providerId="ADAL" clId="{15AC658F-99DC-DF43-863F-05EF042A8332}" dt="2025-10-26T19:45:44.019" v="7667" actId="20577"/>
      <pc:docMkLst>
        <pc:docMk/>
      </pc:docMkLst>
      <pc:sldChg chg="modSp mod modNotesTx">
        <pc:chgData name="Amirmohsen Golmohammadi" userId="7ce0db84-c3cb-435b-9860-51974a9f0fdd" providerId="ADAL" clId="{15AC658F-99DC-DF43-863F-05EF042A8332}" dt="2025-10-02T13:12:59.402" v="30" actId="20577"/>
        <pc:sldMkLst>
          <pc:docMk/>
          <pc:sldMk cId="2293728981" sldId="256"/>
        </pc:sldMkLst>
        <pc:spChg chg="mod">
          <ac:chgData name="Amirmohsen Golmohammadi" userId="7ce0db84-c3cb-435b-9860-51974a9f0fdd" providerId="ADAL" clId="{15AC658F-99DC-DF43-863F-05EF042A8332}" dt="2025-10-02T13:12:59.402" v="30" actId="20577"/>
          <ac:spMkLst>
            <pc:docMk/>
            <pc:sldMk cId="2293728981" sldId="256"/>
            <ac:spMk id="2" creationId="{00000000-0000-0000-0000-000000000000}"/>
          </ac:spMkLst>
        </pc:spChg>
      </pc:sldChg>
      <pc:sldChg chg="modSp new mod">
        <pc:chgData name="Amirmohsen Golmohammadi" userId="7ce0db84-c3cb-435b-9860-51974a9f0fdd" providerId="ADAL" clId="{15AC658F-99DC-DF43-863F-05EF042A8332}" dt="2025-10-02T13:18:49.227" v="512" actId="113"/>
        <pc:sldMkLst>
          <pc:docMk/>
          <pc:sldMk cId="763917977" sldId="257"/>
        </pc:sldMkLst>
        <pc:spChg chg="mod">
          <ac:chgData name="Amirmohsen Golmohammadi" userId="7ce0db84-c3cb-435b-9860-51974a9f0fdd" providerId="ADAL" clId="{15AC658F-99DC-DF43-863F-05EF042A8332}" dt="2025-10-02T13:15:20.602" v="54" actId="20577"/>
          <ac:spMkLst>
            <pc:docMk/>
            <pc:sldMk cId="763917977" sldId="257"/>
            <ac:spMk id="2" creationId="{6C8D7A10-6794-FDCE-448E-8AD17976A05C}"/>
          </ac:spMkLst>
        </pc:spChg>
        <pc:spChg chg="mod">
          <ac:chgData name="Amirmohsen Golmohammadi" userId="7ce0db84-c3cb-435b-9860-51974a9f0fdd" providerId="ADAL" clId="{15AC658F-99DC-DF43-863F-05EF042A8332}" dt="2025-10-02T13:18:49.227" v="512" actId="113"/>
          <ac:spMkLst>
            <pc:docMk/>
            <pc:sldMk cId="763917977" sldId="257"/>
            <ac:spMk id="4" creationId="{88616BC6-B67F-81C3-3D29-E81AE45E7689}"/>
          </ac:spMkLst>
        </pc:spChg>
      </pc:sldChg>
      <pc:sldChg chg="modSp new mod">
        <pc:chgData name="Amirmohsen Golmohammadi" userId="7ce0db84-c3cb-435b-9860-51974a9f0fdd" providerId="ADAL" clId="{15AC658F-99DC-DF43-863F-05EF042A8332}" dt="2025-10-02T13:49:19.013" v="1292" actId="21"/>
        <pc:sldMkLst>
          <pc:docMk/>
          <pc:sldMk cId="2550938465" sldId="258"/>
        </pc:sldMkLst>
        <pc:spChg chg="mod">
          <ac:chgData name="Amirmohsen Golmohammadi" userId="7ce0db84-c3cb-435b-9860-51974a9f0fdd" providerId="ADAL" clId="{15AC658F-99DC-DF43-863F-05EF042A8332}" dt="2025-10-02T13:23:32.047" v="523" actId="20577"/>
          <ac:spMkLst>
            <pc:docMk/>
            <pc:sldMk cId="2550938465" sldId="258"/>
            <ac:spMk id="2" creationId="{449F38E4-0E03-1980-FFC1-32BE9654C672}"/>
          </ac:spMkLst>
        </pc:spChg>
        <pc:spChg chg="mod">
          <ac:chgData name="Amirmohsen Golmohammadi" userId="7ce0db84-c3cb-435b-9860-51974a9f0fdd" providerId="ADAL" clId="{15AC658F-99DC-DF43-863F-05EF042A8332}" dt="2025-10-02T13:49:19.013" v="1292" actId="21"/>
          <ac:spMkLst>
            <pc:docMk/>
            <pc:sldMk cId="2550938465" sldId="258"/>
            <ac:spMk id="4" creationId="{F56C80B8-B200-1B66-EFFE-439C34CFBAE2}"/>
          </ac:spMkLst>
        </pc:spChg>
      </pc:sldChg>
      <pc:sldChg chg="modSp new mod">
        <pc:chgData name="Amirmohsen Golmohammadi" userId="7ce0db84-c3cb-435b-9860-51974a9f0fdd" providerId="ADAL" clId="{15AC658F-99DC-DF43-863F-05EF042A8332}" dt="2025-10-02T13:52:58.199" v="1532" actId="20577"/>
        <pc:sldMkLst>
          <pc:docMk/>
          <pc:sldMk cId="4136076976" sldId="259"/>
        </pc:sldMkLst>
        <pc:spChg chg="mod">
          <ac:chgData name="Amirmohsen Golmohammadi" userId="7ce0db84-c3cb-435b-9860-51974a9f0fdd" providerId="ADAL" clId="{15AC658F-99DC-DF43-863F-05EF042A8332}" dt="2025-10-02T13:40:28.044" v="1194" actId="20577"/>
          <ac:spMkLst>
            <pc:docMk/>
            <pc:sldMk cId="4136076976" sldId="259"/>
            <ac:spMk id="2" creationId="{414AE52A-AA98-4FD3-430C-F520F0682C30}"/>
          </ac:spMkLst>
        </pc:spChg>
        <pc:spChg chg="mod">
          <ac:chgData name="Amirmohsen Golmohammadi" userId="7ce0db84-c3cb-435b-9860-51974a9f0fdd" providerId="ADAL" clId="{15AC658F-99DC-DF43-863F-05EF042A8332}" dt="2025-10-02T13:52:58.199" v="1532" actId="20577"/>
          <ac:spMkLst>
            <pc:docMk/>
            <pc:sldMk cId="4136076976" sldId="259"/>
            <ac:spMk id="4" creationId="{F159E008-6F38-376A-E307-BAD420E81DC6}"/>
          </ac:spMkLst>
        </pc:spChg>
      </pc:sldChg>
      <pc:sldChg chg="modSp new mod">
        <pc:chgData name="Amirmohsen Golmohammadi" userId="7ce0db84-c3cb-435b-9860-51974a9f0fdd" providerId="ADAL" clId="{15AC658F-99DC-DF43-863F-05EF042A8332}" dt="2025-10-15T19:48:59.174" v="4562" actId="20577"/>
        <pc:sldMkLst>
          <pc:docMk/>
          <pc:sldMk cId="2808345639" sldId="260"/>
        </pc:sldMkLst>
        <pc:spChg chg="mod">
          <ac:chgData name="Amirmohsen Golmohammadi" userId="7ce0db84-c3cb-435b-9860-51974a9f0fdd" providerId="ADAL" clId="{15AC658F-99DC-DF43-863F-05EF042A8332}" dt="2025-10-02T14:05:23.120" v="1543" actId="20577"/>
          <ac:spMkLst>
            <pc:docMk/>
            <pc:sldMk cId="2808345639" sldId="260"/>
            <ac:spMk id="2" creationId="{097EBBDE-713E-BB73-FE9D-D31C7BB3C577}"/>
          </ac:spMkLst>
        </pc:spChg>
        <pc:spChg chg="mod">
          <ac:chgData name="Amirmohsen Golmohammadi" userId="7ce0db84-c3cb-435b-9860-51974a9f0fdd" providerId="ADAL" clId="{15AC658F-99DC-DF43-863F-05EF042A8332}" dt="2025-10-15T19:48:59.174" v="4562" actId="20577"/>
          <ac:spMkLst>
            <pc:docMk/>
            <pc:sldMk cId="2808345639" sldId="260"/>
            <ac:spMk id="4" creationId="{97B2E652-CC3C-E26A-5E75-159653443788}"/>
          </ac:spMkLst>
        </pc:spChg>
      </pc:sldChg>
      <pc:sldChg chg="modSp new mod">
        <pc:chgData name="Amirmohsen Golmohammadi" userId="7ce0db84-c3cb-435b-9860-51974a9f0fdd" providerId="ADAL" clId="{15AC658F-99DC-DF43-863F-05EF042A8332}" dt="2025-10-02T14:30:36.212" v="2983" actId="113"/>
        <pc:sldMkLst>
          <pc:docMk/>
          <pc:sldMk cId="960892246" sldId="261"/>
        </pc:sldMkLst>
        <pc:spChg chg="mod">
          <ac:chgData name="Amirmohsen Golmohammadi" userId="7ce0db84-c3cb-435b-9860-51974a9f0fdd" providerId="ADAL" clId="{15AC658F-99DC-DF43-863F-05EF042A8332}" dt="2025-10-02T14:21:03.955" v="2247" actId="20577"/>
          <ac:spMkLst>
            <pc:docMk/>
            <pc:sldMk cId="960892246" sldId="261"/>
            <ac:spMk id="2" creationId="{9650E738-5DC4-6CAF-E0AD-4F22CC992DBE}"/>
          </ac:spMkLst>
        </pc:spChg>
        <pc:spChg chg="mod">
          <ac:chgData name="Amirmohsen Golmohammadi" userId="7ce0db84-c3cb-435b-9860-51974a9f0fdd" providerId="ADAL" clId="{15AC658F-99DC-DF43-863F-05EF042A8332}" dt="2025-10-02T14:30:36.212" v="2983" actId="113"/>
          <ac:spMkLst>
            <pc:docMk/>
            <pc:sldMk cId="960892246" sldId="261"/>
            <ac:spMk id="4" creationId="{2B30935A-89B1-2BC5-1F74-7272829E97F1}"/>
          </ac:spMkLst>
        </pc:spChg>
      </pc:sldChg>
      <pc:sldChg chg="modSp new mod">
        <pc:chgData name="Amirmohsen Golmohammadi" userId="7ce0db84-c3cb-435b-9860-51974a9f0fdd" providerId="ADAL" clId="{15AC658F-99DC-DF43-863F-05EF042A8332}" dt="2025-10-15T21:19:29.316" v="5289" actId="20577"/>
        <pc:sldMkLst>
          <pc:docMk/>
          <pc:sldMk cId="3833575262" sldId="262"/>
        </pc:sldMkLst>
        <pc:spChg chg="mod">
          <ac:chgData name="Amirmohsen Golmohammadi" userId="7ce0db84-c3cb-435b-9860-51974a9f0fdd" providerId="ADAL" clId="{15AC658F-99DC-DF43-863F-05EF042A8332}" dt="2025-10-02T14:30:43.520" v="2994" actId="20577"/>
          <ac:spMkLst>
            <pc:docMk/>
            <pc:sldMk cId="3833575262" sldId="262"/>
            <ac:spMk id="2" creationId="{285DEB02-B61F-6F28-D48C-A27F89077A48}"/>
          </ac:spMkLst>
        </pc:spChg>
        <pc:spChg chg="mod">
          <ac:chgData name="Amirmohsen Golmohammadi" userId="7ce0db84-c3cb-435b-9860-51974a9f0fdd" providerId="ADAL" clId="{15AC658F-99DC-DF43-863F-05EF042A8332}" dt="2025-10-15T21:19:29.316" v="5289" actId="20577"/>
          <ac:spMkLst>
            <pc:docMk/>
            <pc:sldMk cId="3833575262" sldId="262"/>
            <ac:spMk id="4" creationId="{92028728-6B76-15BE-69BA-2A564E66625B}"/>
          </ac:spMkLst>
        </pc:spChg>
      </pc:sldChg>
      <pc:sldChg chg="modSp new mod">
        <pc:chgData name="Amirmohsen Golmohammadi" userId="7ce0db84-c3cb-435b-9860-51974a9f0fdd" providerId="ADAL" clId="{15AC658F-99DC-DF43-863F-05EF042A8332}" dt="2025-10-02T15:35:26.283" v="4243" actId="20577"/>
        <pc:sldMkLst>
          <pc:docMk/>
          <pc:sldMk cId="1338984390" sldId="263"/>
        </pc:sldMkLst>
        <pc:spChg chg="mod">
          <ac:chgData name="Amirmohsen Golmohammadi" userId="7ce0db84-c3cb-435b-9860-51974a9f0fdd" providerId="ADAL" clId="{15AC658F-99DC-DF43-863F-05EF042A8332}" dt="2025-10-02T14:37:15.474" v="3551" actId="20577"/>
          <ac:spMkLst>
            <pc:docMk/>
            <pc:sldMk cId="1338984390" sldId="263"/>
            <ac:spMk id="2" creationId="{62F2730F-936C-C3C3-E106-C5D5881EEC8C}"/>
          </ac:spMkLst>
        </pc:spChg>
        <pc:spChg chg="mod">
          <ac:chgData name="Amirmohsen Golmohammadi" userId="7ce0db84-c3cb-435b-9860-51974a9f0fdd" providerId="ADAL" clId="{15AC658F-99DC-DF43-863F-05EF042A8332}" dt="2025-10-02T15:35:26.283" v="4243" actId="20577"/>
          <ac:spMkLst>
            <pc:docMk/>
            <pc:sldMk cId="1338984390" sldId="263"/>
            <ac:spMk id="4" creationId="{1D3FFE04-C43F-7E4A-7065-33361073B039}"/>
          </ac:spMkLst>
        </pc:spChg>
      </pc:sldChg>
      <pc:sldChg chg="addSp delSp modSp new mod">
        <pc:chgData name="Amirmohsen Golmohammadi" userId="7ce0db84-c3cb-435b-9860-51974a9f0fdd" providerId="ADAL" clId="{15AC658F-99DC-DF43-863F-05EF042A8332}" dt="2025-10-02T15:34:40.570" v="4239" actId="113"/>
        <pc:sldMkLst>
          <pc:docMk/>
          <pc:sldMk cId="3371665350" sldId="264"/>
        </pc:sldMkLst>
        <pc:spChg chg="mod">
          <ac:chgData name="Amirmohsen Golmohammadi" userId="7ce0db84-c3cb-435b-9860-51974a9f0fdd" providerId="ADAL" clId="{15AC658F-99DC-DF43-863F-05EF042A8332}" dt="2025-10-02T15:29:50.295" v="4095" actId="20577"/>
          <ac:spMkLst>
            <pc:docMk/>
            <pc:sldMk cId="3371665350" sldId="264"/>
            <ac:spMk id="2" creationId="{99C0A6BC-6256-D9D6-CA6A-785E3BD6B17B}"/>
          </ac:spMkLst>
        </pc:spChg>
        <pc:spChg chg="del">
          <ac:chgData name="Amirmohsen Golmohammadi" userId="7ce0db84-c3cb-435b-9860-51974a9f0fdd" providerId="ADAL" clId="{15AC658F-99DC-DF43-863F-05EF042A8332}" dt="2025-10-02T15:30:22.743" v="4096" actId="3680"/>
          <ac:spMkLst>
            <pc:docMk/>
            <pc:sldMk cId="3371665350" sldId="264"/>
            <ac:spMk id="4" creationId="{A337F8E1-75AD-1951-B38B-499C3789E617}"/>
          </ac:spMkLst>
        </pc:spChg>
        <pc:graphicFrameChg chg="add mod ord modGraphic">
          <ac:chgData name="Amirmohsen Golmohammadi" userId="7ce0db84-c3cb-435b-9860-51974a9f0fdd" providerId="ADAL" clId="{15AC658F-99DC-DF43-863F-05EF042A8332}" dt="2025-10-02T15:34:40.570" v="4239" actId="113"/>
          <ac:graphicFrameMkLst>
            <pc:docMk/>
            <pc:sldMk cId="3371665350" sldId="264"/>
            <ac:graphicFrameMk id="5" creationId="{8A73A959-8703-BC37-B948-54FACC04E871}"/>
          </ac:graphicFrameMkLst>
        </pc:graphicFrameChg>
      </pc:sldChg>
      <pc:sldChg chg="modSp new mod">
        <pc:chgData name="Amirmohsen Golmohammadi" userId="7ce0db84-c3cb-435b-9860-51974a9f0fdd" providerId="ADAL" clId="{15AC658F-99DC-DF43-863F-05EF042A8332}" dt="2025-10-15T20:17:38.025" v="4800" actId="20577"/>
        <pc:sldMkLst>
          <pc:docMk/>
          <pc:sldMk cId="3751925524" sldId="265"/>
        </pc:sldMkLst>
        <pc:spChg chg="mod">
          <ac:chgData name="Amirmohsen Golmohammadi" userId="7ce0db84-c3cb-435b-9860-51974a9f0fdd" providerId="ADAL" clId="{15AC658F-99DC-DF43-863F-05EF042A8332}" dt="2025-10-15T18:42:42.936" v="4279" actId="20577"/>
          <ac:spMkLst>
            <pc:docMk/>
            <pc:sldMk cId="3751925524" sldId="265"/>
            <ac:spMk id="2" creationId="{3B5E264E-5F0B-CEB7-38F3-4C095FB05948}"/>
          </ac:spMkLst>
        </pc:spChg>
        <pc:spChg chg="mod">
          <ac:chgData name="Amirmohsen Golmohammadi" userId="7ce0db84-c3cb-435b-9860-51974a9f0fdd" providerId="ADAL" clId="{15AC658F-99DC-DF43-863F-05EF042A8332}" dt="2025-10-15T20:17:38.025" v="4800" actId="20577"/>
          <ac:spMkLst>
            <pc:docMk/>
            <pc:sldMk cId="3751925524" sldId="265"/>
            <ac:spMk id="4" creationId="{D01DDFC3-99BB-E18A-0D9E-24187CEE3DC7}"/>
          </ac:spMkLst>
        </pc:spChg>
      </pc:sldChg>
      <pc:sldChg chg="addSp modSp new mod">
        <pc:chgData name="Amirmohsen Golmohammadi" userId="7ce0db84-c3cb-435b-9860-51974a9f0fdd" providerId="ADAL" clId="{15AC658F-99DC-DF43-863F-05EF042A8332}" dt="2025-10-15T21:05:52.472" v="5162" actId="1076"/>
        <pc:sldMkLst>
          <pc:docMk/>
          <pc:sldMk cId="1060967143" sldId="266"/>
        </pc:sldMkLst>
        <pc:spChg chg="mod">
          <ac:chgData name="Amirmohsen Golmohammadi" userId="7ce0db84-c3cb-435b-9860-51974a9f0fdd" providerId="ADAL" clId="{15AC658F-99DC-DF43-863F-05EF042A8332}" dt="2025-10-15T21:01:58.555" v="4834" actId="20577"/>
          <ac:spMkLst>
            <pc:docMk/>
            <pc:sldMk cId="1060967143" sldId="266"/>
            <ac:spMk id="2" creationId="{A30361C6-1321-7358-187E-925B0A179103}"/>
          </ac:spMkLst>
        </pc:spChg>
        <pc:spChg chg="mod">
          <ac:chgData name="Amirmohsen Golmohammadi" userId="7ce0db84-c3cb-435b-9860-51974a9f0fdd" providerId="ADAL" clId="{15AC658F-99DC-DF43-863F-05EF042A8332}" dt="2025-10-15T21:04:59.692" v="5156" actId="20577"/>
          <ac:spMkLst>
            <pc:docMk/>
            <pc:sldMk cId="1060967143" sldId="266"/>
            <ac:spMk id="4" creationId="{51942DDD-CC83-3156-7485-2C144C0128FA}"/>
          </ac:spMkLst>
        </pc:spChg>
        <pc:graphicFrameChg chg="add mod modGraphic">
          <ac:chgData name="Amirmohsen Golmohammadi" userId="7ce0db84-c3cb-435b-9860-51974a9f0fdd" providerId="ADAL" clId="{15AC658F-99DC-DF43-863F-05EF042A8332}" dt="2025-10-15T21:05:52.472" v="5162" actId="1076"/>
          <ac:graphicFrameMkLst>
            <pc:docMk/>
            <pc:sldMk cId="1060967143" sldId="266"/>
            <ac:graphicFrameMk id="5" creationId="{4625FFD1-1CFE-959D-F6E3-45968EFBB958}"/>
          </ac:graphicFrameMkLst>
        </pc:graphicFrameChg>
      </pc:sldChg>
      <pc:sldChg chg="modSp add mod">
        <pc:chgData name="Amirmohsen Golmohammadi" userId="7ce0db84-c3cb-435b-9860-51974a9f0fdd" providerId="ADAL" clId="{15AC658F-99DC-DF43-863F-05EF042A8332}" dt="2025-10-15T21:09:46.123" v="5259" actId="1076"/>
        <pc:sldMkLst>
          <pc:docMk/>
          <pc:sldMk cId="2822806709" sldId="267"/>
        </pc:sldMkLst>
        <pc:spChg chg="mod">
          <ac:chgData name="Amirmohsen Golmohammadi" userId="7ce0db84-c3cb-435b-9860-51974a9f0fdd" providerId="ADAL" clId="{15AC658F-99DC-DF43-863F-05EF042A8332}" dt="2025-10-15T21:09:40.598" v="5258" actId="20577"/>
          <ac:spMkLst>
            <pc:docMk/>
            <pc:sldMk cId="2822806709" sldId="267"/>
            <ac:spMk id="4" creationId="{51942DDD-CC83-3156-7485-2C144C0128FA}"/>
          </ac:spMkLst>
        </pc:spChg>
        <pc:graphicFrameChg chg="mod">
          <ac:chgData name="Amirmohsen Golmohammadi" userId="7ce0db84-c3cb-435b-9860-51974a9f0fdd" providerId="ADAL" clId="{15AC658F-99DC-DF43-863F-05EF042A8332}" dt="2025-10-15T21:09:46.123" v="5259" actId="1076"/>
          <ac:graphicFrameMkLst>
            <pc:docMk/>
            <pc:sldMk cId="2822806709" sldId="267"/>
            <ac:graphicFrameMk id="5" creationId="{4625FFD1-1CFE-959D-F6E3-45968EFBB958}"/>
          </ac:graphicFrameMkLst>
        </pc:graphicFrameChg>
      </pc:sldChg>
      <pc:sldChg chg="modSp new mod">
        <pc:chgData name="Amirmohsen Golmohammadi" userId="7ce0db84-c3cb-435b-9860-51974a9f0fdd" providerId="ADAL" clId="{15AC658F-99DC-DF43-863F-05EF042A8332}" dt="2025-10-15T21:29:54.890" v="5956" actId="20577"/>
        <pc:sldMkLst>
          <pc:docMk/>
          <pc:sldMk cId="1544335983" sldId="268"/>
        </pc:sldMkLst>
        <pc:spChg chg="mod">
          <ac:chgData name="Amirmohsen Golmohammadi" userId="7ce0db84-c3cb-435b-9860-51974a9f0fdd" providerId="ADAL" clId="{15AC658F-99DC-DF43-863F-05EF042A8332}" dt="2025-10-15T21:25:13.730" v="5316" actId="20577"/>
          <ac:spMkLst>
            <pc:docMk/>
            <pc:sldMk cId="1544335983" sldId="268"/>
            <ac:spMk id="2" creationId="{4D1BB7AA-8FDD-0311-1DF0-33C20FD29C20}"/>
          </ac:spMkLst>
        </pc:spChg>
        <pc:spChg chg="mod">
          <ac:chgData name="Amirmohsen Golmohammadi" userId="7ce0db84-c3cb-435b-9860-51974a9f0fdd" providerId="ADAL" clId="{15AC658F-99DC-DF43-863F-05EF042A8332}" dt="2025-10-15T21:29:54.890" v="5956" actId="20577"/>
          <ac:spMkLst>
            <pc:docMk/>
            <pc:sldMk cId="1544335983" sldId="268"/>
            <ac:spMk id="4" creationId="{29B61015-4773-D287-5FFD-ABE1DBF18ADC}"/>
          </ac:spMkLst>
        </pc:spChg>
      </pc:sldChg>
      <pc:sldChg chg="addSp modSp new mod">
        <pc:chgData name="Amirmohsen Golmohammadi" userId="7ce0db84-c3cb-435b-9860-51974a9f0fdd" providerId="ADAL" clId="{15AC658F-99DC-DF43-863F-05EF042A8332}" dt="2025-10-26T19:45:12.398" v="7663" actId="20577"/>
        <pc:sldMkLst>
          <pc:docMk/>
          <pc:sldMk cId="1134755072" sldId="269"/>
        </pc:sldMkLst>
        <pc:spChg chg="mod">
          <ac:chgData name="Amirmohsen Golmohammadi" userId="7ce0db84-c3cb-435b-9860-51974a9f0fdd" providerId="ADAL" clId="{15AC658F-99DC-DF43-863F-05EF042A8332}" dt="2025-10-15T21:35:16.732" v="5985" actId="20577"/>
          <ac:spMkLst>
            <pc:docMk/>
            <pc:sldMk cId="1134755072" sldId="269"/>
            <ac:spMk id="2" creationId="{94B60DAE-4770-31C6-92E2-D73FAA0F23A4}"/>
          </ac:spMkLst>
        </pc:spChg>
        <pc:spChg chg="mod">
          <ac:chgData name="Amirmohsen Golmohammadi" userId="7ce0db84-c3cb-435b-9860-51974a9f0fdd" providerId="ADAL" clId="{15AC658F-99DC-DF43-863F-05EF042A8332}" dt="2025-10-26T19:45:12.398" v="7663" actId="20577"/>
          <ac:spMkLst>
            <pc:docMk/>
            <pc:sldMk cId="1134755072" sldId="269"/>
            <ac:spMk id="4" creationId="{45D2412F-60C0-9B2C-26F4-203CFC01F26B}"/>
          </ac:spMkLst>
        </pc:spChg>
        <pc:graphicFrameChg chg="add mod modGraphic">
          <ac:chgData name="Amirmohsen Golmohammadi" userId="7ce0db84-c3cb-435b-9860-51974a9f0fdd" providerId="ADAL" clId="{15AC658F-99DC-DF43-863F-05EF042A8332}" dt="2025-10-15T21:47:06.542" v="6287" actId="20577"/>
          <ac:graphicFrameMkLst>
            <pc:docMk/>
            <pc:sldMk cId="1134755072" sldId="269"/>
            <ac:graphicFrameMk id="5" creationId="{FB835090-C93A-305A-0207-C1A868682E7B}"/>
          </ac:graphicFrameMkLst>
        </pc:graphicFrameChg>
      </pc:sldChg>
      <pc:sldChg chg="delSp modSp add mod">
        <pc:chgData name="Amirmohsen Golmohammadi" userId="7ce0db84-c3cb-435b-9860-51974a9f0fdd" providerId="ADAL" clId="{15AC658F-99DC-DF43-863F-05EF042A8332}" dt="2025-10-26T19:45:44.019" v="7667" actId="20577"/>
        <pc:sldMkLst>
          <pc:docMk/>
          <pc:sldMk cId="3043245064" sldId="270"/>
        </pc:sldMkLst>
        <pc:spChg chg="mod">
          <ac:chgData name="Amirmohsen Golmohammadi" userId="7ce0db84-c3cb-435b-9860-51974a9f0fdd" providerId="ADAL" clId="{15AC658F-99DC-DF43-863F-05EF042A8332}" dt="2025-10-26T19:45:44.019" v="7667" actId="20577"/>
          <ac:spMkLst>
            <pc:docMk/>
            <pc:sldMk cId="3043245064" sldId="270"/>
            <ac:spMk id="4" creationId="{45D2412F-60C0-9B2C-26F4-203CFC01F26B}"/>
          </ac:spMkLst>
        </pc:spChg>
        <pc:graphicFrameChg chg="del">
          <ac:chgData name="Amirmohsen Golmohammadi" userId="7ce0db84-c3cb-435b-9860-51974a9f0fdd" providerId="ADAL" clId="{15AC658F-99DC-DF43-863F-05EF042A8332}" dt="2025-10-15T21:50:25.704" v="6378" actId="478"/>
          <ac:graphicFrameMkLst>
            <pc:docMk/>
            <pc:sldMk cId="3043245064" sldId="270"/>
            <ac:graphicFrameMk id="5" creationId="{FB835090-C93A-305A-0207-C1A868682E7B}"/>
          </ac:graphicFrameMkLst>
        </pc:graphicFrameChg>
      </pc:sldChg>
      <pc:sldChg chg="modSp new mod">
        <pc:chgData name="Amirmohsen Golmohammadi" userId="7ce0db84-c3cb-435b-9860-51974a9f0fdd" providerId="ADAL" clId="{15AC658F-99DC-DF43-863F-05EF042A8332}" dt="2025-10-26T19:45:19.534" v="7665" actId="20577"/>
        <pc:sldMkLst>
          <pc:docMk/>
          <pc:sldMk cId="96922426" sldId="271"/>
        </pc:sldMkLst>
        <pc:spChg chg="mod">
          <ac:chgData name="Amirmohsen Golmohammadi" userId="7ce0db84-c3cb-435b-9860-51974a9f0fdd" providerId="ADAL" clId="{15AC658F-99DC-DF43-863F-05EF042A8332}" dt="2025-10-15T22:31:05.568" v="6641" actId="20577"/>
          <ac:spMkLst>
            <pc:docMk/>
            <pc:sldMk cId="96922426" sldId="271"/>
            <ac:spMk id="2" creationId="{41D32D92-FD55-121B-EA3E-C5EAA1744281}"/>
          </ac:spMkLst>
        </pc:spChg>
        <pc:spChg chg="mod">
          <ac:chgData name="Amirmohsen Golmohammadi" userId="7ce0db84-c3cb-435b-9860-51974a9f0fdd" providerId="ADAL" clId="{15AC658F-99DC-DF43-863F-05EF042A8332}" dt="2025-10-26T19:45:19.534" v="7665" actId="20577"/>
          <ac:spMkLst>
            <pc:docMk/>
            <pc:sldMk cId="96922426" sldId="271"/>
            <ac:spMk id="4" creationId="{EF88912A-C186-E1E1-8C4F-6C6D5A36B3CB}"/>
          </ac:spMkLst>
        </pc:spChg>
      </pc:sldChg>
      <pc:sldChg chg="addSp modSp new mod">
        <pc:chgData name="Amirmohsen Golmohammadi" userId="7ce0db84-c3cb-435b-9860-51974a9f0fdd" providerId="ADAL" clId="{15AC658F-99DC-DF43-863F-05EF042A8332}" dt="2025-10-26T19:41:26.011" v="7661" actId="20577"/>
        <pc:sldMkLst>
          <pc:docMk/>
          <pc:sldMk cId="698567460" sldId="272"/>
        </pc:sldMkLst>
        <pc:spChg chg="mod">
          <ac:chgData name="Amirmohsen Golmohammadi" userId="7ce0db84-c3cb-435b-9860-51974a9f0fdd" providerId="ADAL" clId="{15AC658F-99DC-DF43-863F-05EF042A8332}" dt="2025-10-26T19:33:34.577" v="7371" actId="20577"/>
          <ac:spMkLst>
            <pc:docMk/>
            <pc:sldMk cId="698567460" sldId="272"/>
            <ac:spMk id="2" creationId="{642A468C-0B9A-4578-3F53-05163947AEE3}"/>
          </ac:spMkLst>
        </pc:spChg>
        <pc:spChg chg="mod">
          <ac:chgData name="Amirmohsen Golmohammadi" userId="7ce0db84-c3cb-435b-9860-51974a9f0fdd" providerId="ADAL" clId="{15AC658F-99DC-DF43-863F-05EF042A8332}" dt="2025-10-26T19:41:26.011" v="7661" actId="20577"/>
          <ac:spMkLst>
            <pc:docMk/>
            <pc:sldMk cId="698567460" sldId="272"/>
            <ac:spMk id="4" creationId="{00F49421-BD18-4FE8-659C-4CAB2DECFE25}"/>
          </ac:spMkLst>
        </pc:spChg>
        <pc:graphicFrameChg chg="add mod modGraphic">
          <ac:chgData name="Amirmohsen Golmohammadi" userId="7ce0db84-c3cb-435b-9860-51974a9f0fdd" providerId="ADAL" clId="{15AC658F-99DC-DF43-863F-05EF042A8332}" dt="2025-10-26T19:37:06.489" v="7625" actId="20577"/>
          <ac:graphicFrameMkLst>
            <pc:docMk/>
            <pc:sldMk cId="698567460" sldId="272"/>
            <ac:graphicFrameMk id="5" creationId="{3C648FF0-7FCD-7CA0-A1F2-9F9A193017C3}"/>
          </ac:graphicFrameMkLst>
        </pc:graphicFrameChg>
      </pc:sldChg>
      <pc:sldChg chg="del">
        <pc:chgData name="Amirmohsen Golmohammadi" userId="7ce0db84-c3cb-435b-9860-51974a9f0fdd" providerId="ADAL" clId="{15AC658F-99DC-DF43-863F-05EF042A8332}" dt="2025-10-02T13:13:03.474" v="31" actId="2696"/>
        <pc:sldMkLst>
          <pc:docMk/>
          <pc:sldMk cId="2466492368" sldId="291"/>
        </pc:sldMkLst>
      </pc:sldChg>
    </pc:docChg>
  </pc:docChgLst>
  <pc:docChgLst>
    <pc:chgData name="Amirmohsen Golmohammadi" userId="7ce0db84-c3cb-435b-9860-51974a9f0fdd" providerId="ADAL" clId="{38EA772C-9042-5B40-B2CA-398DA647AA96}"/>
    <pc:docChg chg="custSel addSld modSld">
      <pc:chgData name="Amirmohsen Golmohammadi" userId="7ce0db84-c3cb-435b-9860-51974a9f0fdd" providerId="ADAL" clId="{38EA772C-9042-5B40-B2CA-398DA647AA96}" dt="2025-11-03T15:56:11.492" v="189"/>
      <pc:docMkLst>
        <pc:docMk/>
      </pc:docMkLst>
      <pc:sldChg chg="addSp modSp mod">
        <pc:chgData name="Amirmohsen Golmohammadi" userId="7ce0db84-c3cb-435b-9860-51974a9f0fdd" providerId="ADAL" clId="{38EA772C-9042-5B40-B2CA-398DA647AA96}" dt="2025-11-03T15:56:11.492" v="189"/>
        <pc:sldMkLst>
          <pc:docMk/>
          <pc:sldMk cId="2293728981" sldId="256"/>
        </pc:sldMkLst>
        <pc:spChg chg="mod">
          <ac:chgData name="Amirmohsen Golmohammadi" userId="7ce0db84-c3cb-435b-9860-51974a9f0fdd" providerId="ADAL" clId="{38EA772C-9042-5B40-B2CA-398DA647AA96}" dt="2025-11-03T15:55:50.196" v="188" actId="20577"/>
          <ac:spMkLst>
            <pc:docMk/>
            <pc:sldMk cId="2293728981" sldId="256"/>
            <ac:spMk id="2" creationId="{00000000-0000-0000-0000-000000000000}"/>
          </ac:spMkLst>
        </pc:spChg>
        <pc:spChg chg="add mod">
          <ac:chgData name="Amirmohsen Golmohammadi" userId="7ce0db84-c3cb-435b-9860-51974a9f0fdd" providerId="ADAL" clId="{38EA772C-9042-5B40-B2CA-398DA647AA96}" dt="2025-11-03T15:56:11.492" v="189"/>
          <ac:spMkLst>
            <pc:docMk/>
            <pc:sldMk cId="2293728981" sldId="256"/>
            <ac:spMk id="3" creationId="{9EF1941C-AA48-05D6-83DB-1E350F9F88AD}"/>
          </ac:spMkLst>
        </pc:spChg>
      </pc:sldChg>
      <pc:sldChg chg="modSp mod">
        <pc:chgData name="Amirmohsen Golmohammadi" userId="7ce0db84-c3cb-435b-9860-51974a9f0fdd" providerId="ADAL" clId="{38EA772C-9042-5B40-B2CA-398DA647AA96}" dt="2025-11-02T18:25:11.290" v="11" actId="20577"/>
        <pc:sldMkLst>
          <pc:docMk/>
          <pc:sldMk cId="763917977" sldId="257"/>
        </pc:sldMkLst>
        <pc:spChg chg="mod">
          <ac:chgData name="Amirmohsen Golmohammadi" userId="7ce0db84-c3cb-435b-9860-51974a9f0fdd" providerId="ADAL" clId="{38EA772C-9042-5B40-B2CA-398DA647AA96}" dt="2025-11-02T18:25:11.290" v="11" actId="20577"/>
          <ac:spMkLst>
            <pc:docMk/>
            <pc:sldMk cId="763917977" sldId="257"/>
            <ac:spMk id="4" creationId="{88616BC6-B67F-81C3-3D29-E81AE45E7689}"/>
          </ac:spMkLst>
        </pc:spChg>
      </pc:sldChg>
      <pc:sldChg chg="modSp mod">
        <pc:chgData name="Amirmohsen Golmohammadi" userId="7ce0db84-c3cb-435b-9860-51974a9f0fdd" providerId="ADAL" clId="{38EA772C-9042-5B40-B2CA-398DA647AA96}" dt="2025-11-02T18:51:41.202" v="13" actId="20577"/>
        <pc:sldMkLst>
          <pc:docMk/>
          <pc:sldMk cId="2808345639" sldId="260"/>
        </pc:sldMkLst>
        <pc:spChg chg="mod">
          <ac:chgData name="Amirmohsen Golmohammadi" userId="7ce0db84-c3cb-435b-9860-51974a9f0fdd" providerId="ADAL" clId="{38EA772C-9042-5B40-B2CA-398DA647AA96}" dt="2025-11-02T18:51:41.202" v="13" actId="20577"/>
          <ac:spMkLst>
            <pc:docMk/>
            <pc:sldMk cId="2808345639" sldId="260"/>
            <ac:spMk id="4" creationId="{97B2E652-CC3C-E26A-5E75-159653443788}"/>
          </ac:spMkLst>
        </pc:spChg>
      </pc:sldChg>
      <pc:sldChg chg="modSp mod">
        <pc:chgData name="Amirmohsen Golmohammadi" userId="7ce0db84-c3cb-435b-9860-51974a9f0fdd" providerId="ADAL" clId="{38EA772C-9042-5B40-B2CA-398DA647AA96}" dt="2025-11-02T19:30:54.486" v="18" actId="20577"/>
        <pc:sldMkLst>
          <pc:docMk/>
          <pc:sldMk cId="1338984390" sldId="263"/>
        </pc:sldMkLst>
        <pc:spChg chg="mod">
          <ac:chgData name="Amirmohsen Golmohammadi" userId="7ce0db84-c3cb-435b-9860-51974a9f0fdd" providerId="ADAL" clId="{38EA772C-9042-5B40-B2CA-398DA647AA96}" dt="2025-11-02T19:30:54.486" v="18" actId="20577"/>
          <ac:spMkLst>
            <pc:docMk/>
            <pc:sldMk cId="1338984390" sldId="263"/>
            <ac:spMk id="4" creationId="{1D3FFE04-C43F-7E4A-7065-33361073B039}"/>
          </ac:spMkLst>
        </pc:spChg>
      </pc:sldChg>
      <pc:sldChg chg="modSp mod">
        <pc:chgData name="Amirmohsen Golmohammadi" userId="7ce0db84-c3cb-435b-9860-51974a9f0fdd" providerId="ADAL" clId="{38EA772C-9042-5B40-B2CA-398DA647AA96}" dt="2025-11-02T19:32:59.236" v="41" actId="20577"/>
        <pc:sldMkLst>
          <pc:docMk/>
          <pc:sldMk cId="3371665350" sldId="264"/>
        </pc:sldMkLst>
        <pc:graphicFrameChg chg="modGraphic">
          <ac:chgData name="Amirmohsen Golmohammadi" userId="7ce0db84-c3cb-435b-9860-51974a9f0fdd" providerId="ADAL" clId="{38EA772C-9042-5B40-B2CA-398DA647AA96}" dt="2025-11-02T19:32:59.236" v="41" actId="20577"/>
          <ac:graphicFrameMkLst>
            <pc:docMk/>
            <pc:sldMk cId="3371665350" sldId="264"/>
            <ac:graphicFrameMk id="5" creationId="{8A73A959-8703-BC37-B948-54FACC04E871}"/>
          </ac:graphicFrameMkLst>
        </pc:graphicFrameChg>
      </pc:sldChg>
      <pc:sldChg chg="modSp mod">
        <pc:chgData name="Amirmohsen Golmohammadi" userId="7ce0db84-c3cb-435b-9860-51974a9f0fdd" providerId="ADAL" clId="{38EA772C-9042-5B40-B2CA-398DA647AA96}" dt="2025-11-02T20:19:19.861" v="125" actId="113"/>
        <pc:sldMkLst>
          <pc:docMk/>
          <pc:sldMk cId="1544335983" sldId="268"/>
        </pc:sldMkLst>
        <pc:spChg chg="mod">
          <ac:chgData name="Amirmohsen Golmohammadi" userId="7ce0db84-c3cb-435b-9860-51974a9f0fdd" providerId="ADAL" clId="{38EA772C-9042-5B40-B2CA-398DA647AA96}" dt="2025-11-02T20:19:19.861" v="125" actId="113"/>
          <ac:spMkLst>
            <pc:docMk/>
            <pc:sldMk cId="1544335983" sldId="268"/>
            <ac:spMk id="4" creationId="{29B61015-4773-D287-5FFD-ABE1DBF18ADC}"/>
          </ac:spMkLst>
        </pc:spChg>
      </pc:sldChg>
      <pc:sldChg chg="modSp mod">
        <pc:chgData name="Amirmohsen Golmohammadi" userId="7ce0db84-c3cb-435b-9860-51974a9f0fdd" providerId="ADAL" clId="{38EA772C-9042-5B40-B2CA-398DA647AA96}" dt="2025-11-02T20:26:44.010" v="187" actId="313"/>
        <pc:sldMkLst>
          <pc:docMk/>
          <pc:sldMk cId="1134755072" sldId="269"/>
        </pc:sldMkLst>
        <pc:graphicFrameChg chg="modGraphic">
          <ac:chgData name="Amirmohsen Golmohammadi" userId="7ce0db84-c3cb-435b-9860-51974a9f0fdd" providerId="ADAL" clId="{38EA772C-9042-5B40-B2CA-398DA647AA96}" dt="2025-11-02T20:26:44.010" v="187" actId="313"/>
          <ac:graphicFrameMkLst>
            <pc:docMk/>
            <pc:sldMk cId="1134755072" sldId="269"/>
            <ac:graphicFrameMk id="5" creationId="{FB835090-C93A-305A-0207-C1A868682E7B}"/>
          </ac:graphicFrameMkLst>
        </pc:graphicFrameChg>
      </pc:sldChg>
      <pc:sldChg chg="delSp modSp add mod">
        <pc:chgData name="Amirmohsen Golmohammadi" userId="7ce0db84-c3cb-435b-9860-51974a9f0fdd" providerId="ADAL" clId="{38EA772C-9042-5B40-B2CA-398DA647AA96}" dt="2025-11-02T19:52:41.334" v="124" actId="478"/>
        <pc:sldMkLst>
          <pc:docMk/>
          <pc:sldMk cId="1785797472" sldId="273"/>
        </pc:sldMkLst>
        <pc:spChg chg="del mod">
          <ac:chgData name="Amirmohsen Golmohammadi" userId="7ce0db84-c3cb-435b-9860-51974a9f0fdd" providerId="ADAL" clId="{38EA772C-9042-5B40-B2CA-398DA647AA96}" dt="2025-11-02T19:52:41.334" v="124" actId="478"/>
          <ac:spMkLst>
            <pc:docMk/>
            <pc:sldMk cId="1785797472" sldId="273"/>
            <ac:spMk id="4" creationId="{51942DDD-CC83-3156-7485-2C144C0128FA}"/>
          </ac:spMkLst>
        </pc:spChg>
        <pc:graphicFrameChg chg="mod modGraphic">
          <ac:chgData name="Amirmohsen Golmohammadi" userId="7ce0db84-c3cb-435b-9860-51974a9f0fdd" providerId="ADAL" clId="{38EA772C-9042-5B40-B2CA-398DA647AA96}" dt="2025-11-02T19:52:39.055" v="123" actId="1076"/>
          <ac:graphicFrameMkLst>
            <pc:docMk/>
            <pc:sldMk cId="1785797472" sldId="273"/>
            <ac:graphicFrameMk id="5" creationId="{4625FFD1-1CFE-959D-F6E3-45968EFBB95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D66A9A-16AD-4618-924D-B9BC32209995}" type="datetimeFigureOut">
              <a:rPr lang="en-CA" smtClean="0"/>
              <a:t>2025-11-03</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C66ADF-CD7C-484F-ACCD-98481CFD3C5C}" type="slidenum">
              <a:rPr lang="en-CA" smtClean="0"/>
              <a:t>‹#›</a:t>
            </a:fld>
            <a:endParaRPr lang="en-CA"/>
          </a:p>
        </p:txBody>
      </p:sp>
    </p:spTree>
    <p:extLst>
      <p:ext uri="{BB962C8B-B14F-4D97-AF65-F5344CB8AC3E}">
        <p14:creationId xmlns:p14="http://schemas.microsoft.com/office/powerpoint/2010/main" val="97913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a:t>
            </a:fld>
            <a:endParaRPr lang="en-CA"/>
          </a:p>
        </p:txBody>
      </p:sp>
    </p:spTree>
    <p:extLst>
      <p:ext uri="{BB962C8B-B14F-4D97-AF65-F5344CB8AC3E}">
        <p14:creationId xmlns:p14="http://schemas.microsoft.com/office/powerpoint/2010/main" val="32660364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pic>
        <p:nvPicPr>
          <p:cNvPr id="2" name="Picture 2" descr="Ontario Tech University – OUInfo">
            <a:extLst>
              <a:ext uri="{FF2B5EF4-FFF2-40B4-BE49-F238E27FC236}">
                <a16:creationId xmlns:a16="http://schemas.microsoft.com/office/drawing/2014/main" id="{A7FBD20D-25EF-CE9F-DF7C-0222E673860F}"/>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5470" t="18786" r="7182" b="18369"/>
          <a:stretch/>
        </p:blipFill>
        <p:spPr bwMode="auto">
          <a:xfrm>
            <a:off x="2699792" y="5229200"/>
            <a:ext cx="3672408" cy="93610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632288" y="-114482"/>
            <a:ext cx="7772400" cy="1143000"/>
          </a:xfrm>
          <a:prstGeom prst="rect">
            <a:avLst/>
          </a:prstGeom>
        </p:spPr>
        <p:txBody>
          <a:bodyPr bIns="91440" anchor="b" anchorCtr="0">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611560" y="1447800"/>
            <a:ext cx="8075240" cy="4789512"/>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pic>
        <p:nvPicPr>
          <p:cNvPr id="2" name="Picture 2" descr="Ontario Tech University – OUInfo">
            <a:extLst>
              <a:ext uri="{FF2B5EF4-FFF2-40B4-BE49-F238E27FC236}">
                <a16:creationId xmlns:a16="http://schemas.microsoft.com/office/drawing/2014/main" id="{08C38C11-CD61-8F76-D948-FBEE34CB78C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060864" y="237208"/>
            <a:ext cx="2687600" cy="952179"/>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ftr="0" dt="0"/>
  <p:txStyles>
    <p:titleStyle>
      <a:lvl1pPr algn="l" rtl="0" eaLnBrk="1" latinLnBrk="0" hangingPunct="1">
        <a:spcBef>
          <a:spcPct val="0"/>
        </a:spcBef>
        <a:buNone/>
        <a:defRPr kumimoji="0" sz="3200" kern="1200">
          <a:solidFill>
            <a:srgbClr val="7030A0"/>
          </a:solidFill>
          <a:latin typeface="Times New Roman" panose="02020603050405020304" pitchFamily="18" charset="0"/>
          <a:ea typeface="+mj-ea"/>
          <a:cs typeface="Times New Roman" panose="02020603050405020304" pitchFamily="18" charset="0"/>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
        <p:nvSpPr>
          <p:cNvPr id="2" name="Title 1"/>
          <p:cNvSpPr>
            <a:spLocks noGrp="1"/>
          </p:cNvSpPr>
          <p:nvPr>
            <p:ph type="ctrTitle"/>
          </p:nvPr>
        </p:nvSpPr>
        <p:spPr/>
        <p:txBody>
          <a:bodyPr>
            <a:normAutofit/>
          </a:bodyPr>
          <a:lstStyle/>
          <a:p>
            <a:r>
              <a:rPr lang="en-CA" sz="4800" dirty="0">
                <a:latin typeface="+mn-lt"/>
              </a:rPr>
              <a:t>Simulation</a:t>
            </a:r>
          </a:p>
        </p:txBody>
      </p:sp>
      <p:sp>
        <p:nvSpPr>
          <p:cNvPr id="3" name="TextBox 2">
            <a:extLst>
              <a:ext uri="{FF2B5EF4-FFF2-40B4-BE49-F238E27FC236}">
                <a16:creationId xmlns:a16="http://schemas.microsoft.com/office/drawing/2014/main" id="{9EF1941C-AA48-05D6-83DB-1E350F9F88AD}"/>
              </a:ext>
            </a:extLst>
          </p:cNvPr>
          <p:cNvSpPr txBox="1"/>
          <p:nvPr/>
        </p:nvSpPr>
        <p:spPr>
          <a:xfrm>
            <a:off x="3162528" y="3284984"/>
            <a:ext cx="2818943" cy="523220"/>
          </a:xfrm>
          <a:prstGeom prst="rect">
            <a:avLst/>
          </a:prstGeom>
          <a:noFill/>
        </p:spPr>
        <p:txBody>
          <a:bodyPr wrap="square" rtlCol="0">
            <a:spAutoFit/>
          </a:bodyPr>
          <a:lstStyle/>
          <a:p>
            <a:pPr algn="ctr"/>
            <a:r>
              <a:rPr lang="en-US" sz="2800" dirty="0"/>
              <a:t>Business Analytics</a:t>
            </a:r>
          </a:p>
        </p:txBody>
      </p:sp>
    </p:spTree>
    <p:extLst>
      <p:ext uri="{BB962C8B-B14F-4D97-AF65-F5344CB8AC3E}">
        <p14:creationId xmlns:p14="http://schemas.microsoft.com/office/powerpoint/2010/main" val="2293728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D7A10-6794-FDCE-448E-8AD17976A05C}"/>
              </a:ext>
            </a:extLst>
          </p:cNvPr>
          <p:cNvSpPr>
            <a:spLocks noGrp="1"/>
          </p:cNvSpPr>
          <p:nvPr>
            <p:ph type="title"/>
          </p:nvPr>
        </p:nvSpPr>
        <p:spPr/>
        <p:txBody>
          <a:bodyPr/>
          <a:lstStyle/>
          <a:p>
            <a:r>
              <a:rPr lang="en-US" dirty="0"/>
              <a:t>Prescriptive Analytics</a:t>
            </a:r>
          </a:p>
        </p:txBody>
      </p:sp>
      <p:sp>
        <p:nvSpPr>
          <p:cNvPr id="3" name="Slide Number Placeholder 2">
            <a:extLst>
              <a:ext uri="{FF2B5EF4-FFF2-40B4-BE49-F238E27FC236}">
                <a16:creationId xmlns:a16="http://schemas.microsoft.com/office/drawing/2014/main" id="{16A2E548-10E3-8C66-178F-CFD388DAC388}"/>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4" name="Content Placeholder 3">
            <a:extLst>
              <a:ext uri="{FF2B5EF4-FFF2-40B4-BE49-F238E27FC236}">
                <a16:creationId xmlns:a16="http://schemas.microsoft.com/office/drawing/2014/main" id="{88616BC6-B67F-81C3-3D29-E81AE45E7689}"/>
              </a:ext>
            </a:extLst>
          </p:cNvPr>
          <p:cNvSpPr>
            <a:spLocks noGrp="1"/>
          </p:cNvSpPr>
          <p:nvPr>
            <p:ph sz="quarter" idx="1"/>
          </p:nvPr>
        </p:nvSpPr>
        <p:spPr/>
        <p:txBody>
          <a:bodyPr/>
          <a:lstStyle/>
          <a:p>
            <a:r>
              <a:rPr lang="en-US" dirty="0"/>
              <a:t>Prescriptive analysis is the process of using analytical tools to improve decision making.</a:t>
            </a:r>
          </a:p>
          <a:p>
            <a:r>
              <a:rPr lang="en-US" dirty="0"/>
              <a:t>Prescriptive analytics uses simulation and optimization techniques to quantify the effect of different possible actions by a decision maker.</a:t>
            </a:r>
          </a:p>
          <a:p>
            <a:pPr lvl="1"/>
            <a:r>
              <a:rPr lang="en-US" b="1" dirty="0"/>
              <a:t>Simulation:</a:t>
            </a:r>
            <a:r>
              <a:rPr lang="en-US" dirty="0"/>
              <a:t> is an attempt to imitate real-world processes and examine the outcome of different scenarios.</a:t>
            </a:r>
          </a:p>
          <a:p>
            <a:pPr lvl="1"/>
            <a:r>
              <a:rPr lang="en-US" b="1" dirty="0"/>
              <a:t>Optimization:</a:t>
            </a:r>
            <a:r>
              <a:rPr lang="en-US" dirty="0"/>
              <a:t> is an attempt to find an optimal way to achieve an objective under given constraints.</a:t>
            </a:r>
          </a:p>
        </p:txBody>
      </p:sp>
    </p:spTree>
    <p:extLst>
      <p:ext uri="{BB962C8B-B14F-4D97-AF65-F5344CB8AC3E}">
        <p14:creationId xmlns:p14="http://schemas.microsoft.com/office/powerpoint/2010/main" val="763917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F38E4-0E03-1980-FFC1-32BE9654C672}"/>
              </a:ext>
            </a:extLst>
          </p:cNvPr>
          <p:cNvSpPr>
            <a:spLocks noGrp="1"/>
          </p:cNvSpPr>
          <p:nvPr>
            <p:ph type="title"/>
          </p:nvPr>
        </p:nvSpPr>
        <p:spPr/>
        <p:txBody>
          <a:bodyPr/>
          <a:lstStyle/>
          <a:p>
            <a:r>
              <a:rPr lang="en-US" dirty="0"/>
              <a:t>Simulation</a:t>
            </a:r>
          </a:p>
        </p:txBody>
      </p:sp>
      <p:sp>
        <p:nvSpPr>
          <p:cNvPr id="3" name="Slide Number Placeholder 2">
            <a:extLst>
              <a:ext uri="{FF2B5EF4-FFF2-40B4-BE49-F238E27FC236}">
                <a16:creationId xmlns:a16="http://schemas.microsoft.com/office/drawing/2014/main" id="{269871CB-8137-A28E-3350-70D052F43993}"/>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4" name="Content Placeholder 3">
            <a:extLst>
              <a:ext uri="{FF2B5EF4-FFF2-40B4-BE49-F238E27FC236}">
                <a16:creationId xmlns:a16="http://schemas.microsoft.com/office/drawing/2014/main" id="{F56C80B8-B200-1B66-EFFE-439C34CFBAE2}"/>
              </a:ext>
            </a:extLst>
          </p:cNvPr>
          <p:cNvSpPr>
            <a:spLocks noGrp="1"/>
          </p:cNvSpPr>
          <p:nvPr>
            <p:ph sz="quarter" idx="1"/>
          </p:nvPr>
        </p:nvSpPr>
        <p:spPr/>
        <p:txBody>
          <a:bodyPr/>
          <a:lstStyle/>
          <a:p>
            <a:r>
              <a:rPr lang="en-US" dirty="0"/>
              <a:t>Simulation has been extensively used in a wide variety of applications.</a:t>
            </a:r>
          </a:p>
          <a:p>
            <a:r>
              <a:rPr lang="en-US" dirty="0"/>
              <a:t>Simulation is a powerful method for dealing with uncertain situations and risk analysis. </a:t>
            </a:r>
          </a:p>
          <a:p>
            <a:r>
              <a:rPr lang="en-US" b="1" dirty="0"/>
              <a:t>Risk analysis (scenario analysis): </a:t>
            </a:r>
            <a:r>
              <a:rPr lang="en-US" dirty="0"/>
              <a:t>Process of examining and assessing different scenarios in order to better understand the possibility of both intended and undesired outcomes. </a:t>
            </a:r>
          </a:p>
        </p:txBody>
      </p:sp>
    </p:spTree>
    <p:extLst>
      <p:ext uri="{BB962C8B-B14F-4D97-AF65-F5344CB8AC3E}">
        <p14:creationId xmlns:p14="http://schemas.microsoft.com/office/powerpoint/2010/main" val="2550938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AE52A-AA98-4FD3-430C-F520F0682C30}"/>
              </a:ext>
            </a:extLst>
          </p:cNvPr>
          <p:cNvSpPr>
            <a:spLocks noGrp="1"/>
          </p:cNvSpPr>
          <p:nvPr>
            <p:ph type="title"/>
          </p:nvPr>
        </p:nvSpPr>
        <p:spPr/>
        <p:txBody>
          <a:bodyPr/>
          <a:lstStyle/>
          <a:p>
            <a:r>
              <a:rPr lang="en-US" dirty="0"/>
              <a:t>Simulation</a:t>
            </a:r>
          </a:p>
        </p:txBody>
      </p:sp>
      <p:sp>
        <p:nvSpPr>
          <p:cNvPr id="3" name="Slide Number Placeholder 2">
            <a:extLst>
              <a:ext uri="{FF2B5EF4-FFF2-40B4-BE49-F238E27FC236}">
                <a16:creationId xmlns:a16="http://schemas.microsoft.com/office/drawing/2014/main" id="{FA2A58DE-5CFF-3D5A-94A6-5D645395892B}"/>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4" name="Content Placeholder 3">
            <a:extLst>
              <a:ext uri="{FF2B5EF4-FFF2-40B4-BE49-F238E27FC236}">
                <a16:creationId xmlns:a16="http://schemas.microsoft.com/office/drawing/2014/main" id="{F159E008-6F38-376A-E307-BAD420E81DC6}"/>
              </a:ext>
            </a:extLst>
          </p:cNvPr>
          <p:cNvSpPr>
            <a:spLocks noGrp="1"/>
          </p:cNvSpPr>
          <p:nvPr>
            <p:ph sz="quarter" idx="1"/>
          </p:nvPr>
        </p:nvSpPr>
        <p:spPr/>
        <p:txBody>
          <a:bodyPr/>
          <a:lstStyle/>
          <a:p>
            <a:r>
              <a:rPr lang="en-US" dirty="0"/>
              <a:t>We use random variables to capture the inherently uncertain nature of processes.</a:t>
            </a:r>
            <a:r>
              <a:rPr lang="en-US" b="1" dirty="0"/>
              <a:t> </a:t>
            </a:r>
          </a:p>
          <a:p>
            <a:r>
              <a:rPr lang="en-US" dirty="0"/>
              <a:t>We use historical data to estimate the distribution of random variables.</a:t>
            </a:r>
          </a:p>
          <a:p>
            <a:r>
              <a:rPr lang="en-US" dirty="0"/>
              <a:t>Examine multiple scenarios with different possible outcomes to assess risk and our strategies.</a:t>
            </a:r>
          </a:p>
          <a:p>
            <a:r>
              <a:rPr lang="en-US" dirty="0"/>
              <a:t>For simple risk analysis, you can consider:</a:t>
            </a:r>
          </a:p>
          <a:p>
            <a:pPr lvl="1"/>
            <a:r>
              <a:rPr lang="en-US" dirty="0"/>
              <a:t>Most likely (average) scenario</a:t>
            </a:r>
          </a:p>
          <a:p>
            <a:pPr lvl="1"/>
            <a:r>
              <a:rPr lang="en-US" dirty="0"/>
              <a:t>Pessimistic (worst case) scenario</a:t>
            </a:r>
          </a:p>
          <a:p>
            <a:pPr lvl="1"/>
            <a:r>
              <a:rPr lang="en-US" dirty="0"/>
              <a:t>Optimistic (best case) scenario</a:t>
            </a:r>
          </a:p>
          <a:p>
            <a:endParaRPr lang="en-US" dirty="0"/>
          </a:p>
        </p:txBody>
      </p:sp>
    </p:spTree>
    <p:extLst>
      <p:ext uri="{BB962C8B-B14F-4D97-AF65-F5344CB8AC3E}">
        <p14:creationId xmlns:p14="http://schemas.microsoft.com/office/powerpoint/2010/main" val="4136076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EBBDE-713E-BB73-FE9D-D31C7BB3C577}"/>
              </a:ext>
            </a:extLst>
          </p:cNvPr>
          <p:cNvSpPr>
            <a:spLocks noGrp="1"/>
          </p:cNvSpPr>
          <p:nvPr>
            <p:ph type="title"/>
          </p:nvPr>
        </p:nvSpPr>
        <p:spPr/>
        <p:txBody>
          <a:bodyPr/>
          <a:lstStyle/>
          <a:p>
            <a:r>
              <a:rPr lang="en-US" dirty="0"/>
              <a:t>Simulation</a:t>
            </a:r>
          </a:p>
        </p:txBody>
      </p:sp>
      <p:sp>
        <p:nvSpPr>
          <p:cNvPr id="3" name="Slide Number Placeholder 2">
            <a:extLst>
              <a:ext uri="{FF2B5EF4-FFF2-40B4-BE49-F238E27FC236}">
                <a16:creationId xmlns:a16="http://schemas.microsoft.com/office/drawing/2014/main" id="{0F1183E1-6685-633D-FA8B-2164759A593C}"/>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Content Placeholder 3">
            <a:extLst>
              <a:ext uri="{FF2B5EF4-FFF2-40B4-BE49-F238E27FC236}">
                <a16:creationId xmlns:a16="http://schemas.microsoft.com/office/drawing/2014/main" id="{97B2E652-CC3C-E26A-5E75-159653443788}"/>
              </a:ext>
            </a:extLst>
          </p:cNvPr>
          <p:cNvSpPr>
            <a:spLocks noGrp="1"/>
          </p:cNvSpPr>
          <p:nvPr>
            <p:ph sz="quarter" idx="1"/>
          </p:nvPr>
        </p:nvSpPr>
        <p:spPr/>
        <p:txBody>
          <a:bodyPr>
            <a:normAutofit lnSpcReduction="10000"/>
          </a:bodyPr>
          <a:lstStyle/>
          <a:p>
            <a:pPr marL="0" indent="0">
              <a:buNone/>
            </a:pPr>
            <a:r>
              <a:rPr lang="en-US" b="1" dirty="0"/>
              <a:t>Example 6.1: </a:t>
            </a:r>
            <a:r>
              <a:rPr lang="en-US" dirty="0"/>
              <a:t>A company manufactures and distribute handbags around Canada. To manufacture a handbag, the company usually incurs a variable cost of $40 per handbag, but the actual cost in the past have ranged from $35 to $46 per handbag. The overall fixed cost is usually $43,000 but may vary between $31,000 and $52,000. The retail price of each handbag is $65. Based on a small amount of sales data available, the demand has fluctuated between 2,500 and 5,000 units per quarter, but in most quarters, the demand has been about 3,500 units. Conduct a risk analysis to assess the quarterly profitability of the company.</a:t>
            </a:r>
          </a:p>
        </p:txBody>
      </p:sp>
    </p:spTree>
    <p:extLst>
      <p:ext uri="{BB962C8B-B14F-4D97-AF65-F5344CB8AC3E}">
        <p14:creationId xmlns:p14="http://schemas.microsoft.com/office/powerpoint/2010/main" val="2808345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0E738-5DC4-6CAF-E0AD-4F22CC992DBE}"/>
              </a:ext>
            </a:extLst>
          </p:cNvPr>
          <p:cNvSpPr>
            <a:spLocks noGrp="1"/>
          </p:cNvSpPr>
          <p:nvPr>
            <p:ph type="title"/>
          </p:nvPr>
        </p:nvSpPr>
        <p:spPr/>
        <p:txBody>
          <a:bodyPr/>
          <a:lstStyle/>
          <a:p>
            <a:r>
              <a:rPr lang="en-US" dirty="0"/>
              <a:t>Simulation</a:t>
            </a:r>
          </a:p>
        </p:txBody>
      </p:sp>
      <p:sp>
        <p:nvSpPr>
          <p:cNvPr id="3" name="Slide Number Placeholder 2">
            <a:extLst>
              <a:ext uri="{FF2B5EF4-FFF2-40B4-BE49-F238E27FC236}">
                <a16:creationId xmlns:a16="http://schemas.microsoft.com/office/drawing/2014/main" id="{D99E7F17-CB59-67B8-396D-779162784C90}"/>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Content Placeholder 3">
            <a:extLst>
              <a:ext uri="{FF2B5EF4-FFF2-40B4-BE49-F238E27FC236}">
                <a16:creationId xmlns:a16="http://schemas.microsoft.com/office/drawing/2014/main" id="{2B30935A-89B1-2BC5-1F74-7272829E97F1}"/>
              </a:ext>
            </a:extLst>
          </p:cNvPr>
          <p:cNvSpPr>
            <a:spLocks noGrp="1"/>
          </p:cNvSpPr>
          <p:nvPr>
            <p:ph sz="quarter" idx="1"/>
          </p:nvPr>
        </p:nvSpPr>
        <p:spPr/>
        <p:txBody>
          <a:bodyPr>
            <a:normAutofit lnSpcReduction="10000"/>
          </a:bodyPr>
          <a:lstStyle/>
          <a:p>
            <a:pPr marL="0" indent="0">
              <a:buNone/>
            </a:pPr>
            <a:r>
              <a:rPr lang="en-US" b="1" dirty="0"/>
              <a:t>Example 6.2: </a:t>
            </a:r>
            <a:r>
              <a:rPr lang="en-US" dirty="0"/>
              <a:t>An event planner is hired to organize a fundraising event where the entrance ticket costs $100 per attendee. The cost of food and entertainment activities for each attendee ranges from $45 to $75, with an average of $58. The cost of renting a community center for the event is fixed at $3,500, regardless of the number of attendees. Based on other local fundraising events, the average attendance is approximately 900 people, but can range from 400 to 1,100. Perform risk analysis for this fundraising event and determine how much money the fundraising event would generate in the average, worst-case, and best-case scenarios. </a:t>
            </a:r>
          </a:p>
        </p:txBody>
      </p:sp>
    </p:spTree>
    <p:extLst>
      <p:ext uri="{BB962C8B-B14F-4D97-AF65-F5344CB8AC3E}">
        <p14:creationId xmlns:p14="http://schemas.microsoft.com/office/powerpoint/2010/main" val="960892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EB02-B61F-6F28-D48C-A27F89077A48}"/>
              </a:ext>
            </a:extLst>
          </p:cNvPr>
          <p:cNvSpPr>
            <a:spLocks noGrp="1"/>
          </p:cNvSpPr>
          <p:nvPr>
            <p:ph type="title"/>
          </p:nvPr>
        </p:nvSpPr>
        <p:spPr/>
        <p:txBody>
          <a:bodyPr/>
          <a:lstStyle/>
          <a:p>
            <a:r>
              <a:rPr lang="en-US" dirty="0"/>
              <a:t>Simulation</a:t>
            </a:r>
          </a:p>
        </p:txBody>
      </p:sp>
      <p:sp>
        <p:nvSpPr>
          <p:cNvPr id="3" name="Slide Number Placeholder 2">
            <a:extLst>
              <a:ext uri="{FF2B5EF4-FFF2-40B4-BE49-F238E27FC236}">
                <a16:creationId xmlns:a16="http://schemas.microsoft.com/office/drawing/2014/main" id="{2E6F57CD-C45B-E2A4-4633-918905279D4E}"/>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Content Placeholder 3">
            <a:extLst>
              <a:ext uri="{FF2B5EF4-FFF2-40B4-BE49-F238E27FC236}">
                <a16:creationId xmlns:a16="http://schemas.microsoft.com/office/drawing/2014/main" id="{92028728-6B76-15BE-69BA-2A564E66625B}"/>
              </a:ext>
            </a:extLst>
          </p:cNvPr>
          <p:cNvSpPr>
            <a:spLocks noGrp="1"/>
          </p:cNvSpPr>
          <p:nvPr>
            <p:ph sz="quarter" idx="1"/>
          </p:nvPr>
        </p:nvSpPr>
        <p:spPr/>
        <p:txBody>
          <a:bodyPr>
            <a:normAutofit lnSpcReduction="10000"/>
          </a:bodyPr>
          <a:lstStyle/>
          <a:p>
            <a:r>
              <a:rPr lang="en-US" dirty="0"/>
              <a:t>In simulation, we generally use random variables to assess risk and uncertainty. </a:t>
            </a:r>
          </a:p>
          <a:p>
            <a:r>
              <a:rPr lang="en-US" dirty="0"/>
              <a:t>A random variable is a function that assigns numerical values to the outcome of an experiment.</a:t>
            </a:r>
          </a:p>
          <a:p>
            <a:pPr lvl="1"/>
            <a:r>
              <a:rPr lang="en-US" b="1" dirty="0"/>
              <a:t>Discrete: </a:t>
            </a:r>
            <a:r>
              <a:rPr lang="en-US" dirty="0"/>
              <a:t>e.g., discrete uniform, binomial, Poisson.</a:t>
            </a:r>
          </a:p>
          <a:p>
            <a:pPr lvl="1"/>
            <a:r>
              <a:rPr lang="en-US" b="1" dirty="0"/>
              <a:t>Continuous:</a:t>
            </a:r>
            <a:r>
              <a:rPr lang="en-US" dirty="0"/>
              <a:t> e.g., continuous uniform, normal, exponential, triangular.</a:t>
            </a:r>
          </a:p>
          <a:p>
            <a:r>
              <a:rPr lang="en-US" dirty="0"/>
              <a:t>In simulation (Monte Carlo simulation), we create random observations using the distribution of random variables and analyze different strategies using these observations. </a:t>
            </a:r>
          </a:p>
        </p:txBody>
      </p:sp>
    </p:spTree>
    <p:extLst>
      <p:ext uri="{BB962C8B-B14F-4D97-AF65-F5344CB8AC3E}">
        <p14:creationId xmlns:p14="http://schemas.microsoft.com/office/powerpoint/2010/main" val="3833575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2730F-936C-C3C3-E106-C5D5881EEC8C}"/>
              </a:ext>
            </a:extLst>
          </p:cNvPr>
          <p:cNvSpPr>
            <a:spLocks noGrp="1"/>
          </p:cNvSpPr>
          <p:nvPr>
            <p:ph type="title"/>
          </p:nvPr>
        </p:nvSpPr>
        <p:spPr/>
        <p:txBody>
          <a:bodyPr/>
          <a:lstStyle/>
          <a:p>
            <a:r>
              <a:rPr lang="en-US" dirty="0"/>
              <a:t>Simulation</a:t>
            </a:r>
          </a:p>
        </p:txBody>
      </p:sp>
      <p:sp>
        <p:nvSpPr>
          <p:cNvPr id="3" name="Slide Number Placeholder 2">
            <a:extLst>
              <a:ext uri="{FF2B5EF4-FFF2-40B4-BE49-F238E27FC236}">
                <a16:creationId xmlns:a16="http://schemas.microsoft.com/office/drawing/2014/main" id="{87B0D746-11C8-88AC-D500-4DB7AC77B71B}"/>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Content Placeholder 3">
            <a:extLst>
              <a:ext uri="{FF2B5EF4-FFF2-40B4-BE49-F238E27FC236}">
                <a16:creationId xmlns:a16="http://schemas.microsoft.com/office/drawing/2014/main" id="{1D3FFE04-C43F-7E4A-7065-33361073B039}"/>
              </a:ext>
            </a:extLst>
          </p:cNvPr>
          <p:cNvSpPr>
            <a:spLocks noGrp="1"/>
          </p:cNvSpPr>
          <p:nvPr>
            <p:ph sz="quarter" idx="1"/>
          </p:nvPr>
        </p:nvSpPr>
        <p:spPr>
          <a:xfrm>
            <a:off x="603504" y="1447800"/>
            <a:ext cx="8288976" cy="4572000"/>
          </a:xfrm>
        </p:spPr>
        <p:txBody>
          <a:bodyPr/>
          <a:lstStyle/>
          <a:p>
            <a:pPr marL="0" indent="0">
              <a:buNone/>
            </a:pPr>
            <a:r>
              <a:rPr lang="en-US" b="1" dirty="0"/>
              <a:t>Example: </a:t>
            </a:r>
            <a:r>
              <a:rPr lang="en-US" dirty="0"/>
              <a:t>The unit cost of a product for a manufacturer follows uniform distribution between $10 and $20. The demand also follows a uniform distribution between 1,500 and 2,000. The fixed production cost is $15,000. The unit selling price is $30. The manufacturer wants to determine its production quantity. The profit of the manufacturer is:</a:t>
            </a:r>
          </a:p>
          <a:p>
            <a:pPr marL="0" indent="0">
              <a:buNone/>
            </a:pPr>
            <a:endParaRPr lang="en-US" dirty="0"/>
          </a:p>
          <a:p>
            <a:pPr marL="0" indent="0" algn="ctr">
              <a:buNone/>
            </a:pPr>
            <a:r>
              <a:rPr lang="en-US" sz="2000" dirty="0"/>
              <a:t>Profit = Price ×min{Demand, Quantity} - Cost ×Quantity -  Fixed cost</a:t>
            </a:r>
          </a:p>
        </p:txBody>
      </p:sp>
    </p:spTree>
    <p:extLst>
      <p:ext uri="{BB962C8B-B14F-4D97-AF65-F5344CB8AC3E}">
        <p14:creationId xmlns:p14="http://schemas.microsoft.com/office/powerpoint/2010/main" val="1338984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0A6BC-6256-D9D6-CA6A-785E3BD6B17B}"/>
              </a:ext>
            </a:extLst>
          </p:cNvPr>
          <p:cNvSpPr>
            <a:spLocks noGrp="1"/>
          </p:cNvSpPr>
          <p:nvPr>
            <p:ph type="title"/>
          </p:nvPr>
        </p:nvSpPr>
        <p:spPr/>
        <p:txBody>
          <a:bodyPr/>
          <a:lstStyle/>
          <a:p>
            <a:r>
              <a:rPr lang="en-US" dirty="0"/>
              <a:t>Simulation</a:t>
            </a:r>
          </a:p>
        </p:txBody>
      </p:sp>
      <p:sp>
        <p:nvSpPr>
          <p:cNvPr id="3" name="Slide Number Placeholder 2">
            <a:extLst>
              <a:ext uri="{FF2B5EF4-FFF2-40B4-BE49-F238E27FC236}">
                <a16:creationId xmlns:a16="http://schemas.microsoft.com/office/drawing/2014/main" id="{4E1A1F73-7D1B-7D66-5E56-8F3CB7A6A98E}"/>
              </a:ext>
            </a:extLst>
          </p:cNvPr>
          <p:cNvSpPr>
            <a:spLocks noGrp="1"/>
          </p:cNvSpPr>
          <p:nvPr>
            <p:ph type="sldNum" sz="quarter" idx="12"/>
          </p:nvPr>
        </p:nvSpPr>
        <p:spPr/>
        <p:txBody>
          <a:bodyPr/>
          <a:lstStyle/>
          <a:p>
            <a:fld id="{B6F15528-21DE-4FAA-801E-634DDDAF4B2B}" type="slidenum">
              <a:rPr lang="en-US" smtClean="0"/>
              <a:pPr/>
              <a:t>9</a:t>
            </a:fld>
            <a:endParaRPr lang="en-US"/>
          </a:p>
        </p:txBody>
      </p:sp>
      <p:graphicFrame>
        <p:nvGraphicFramePr>
          <p:cNvPr id="5" name="Table 5">
            <a:extLst>
              <a:ext uri="{FF2B5EF4-FFF2-40B4-BE49-F238E27FC236}">
                <a16:creationId xmlns:a16="http://schemas.microsoft.com/office/drawing/2014/main" id="{8A73A959-8703-BC37-B948-54FACC04E871}"/>
              </a:ext>
            </a:extLst>
          </p:cNvPr>
          <p:cNvGraphicFramePr>
            <a:graphicFrameLocks noGrp="1"/>
          </p:cNvGraphicFramePr>
          <p:nvPr>
            <p:ph sz="quarter" idx="1"/>
            <p:extLst>
              <p:ext uri="{D42A27DB-BD31-4B8C-83A1-F6EECF244321}">
                <p14:modId xmlns:p14="http://schemas.microsoft.com/office/powerpoint/2010/main" val="1202484407"/>
              </p:ext>
            </p:extLst>
          </p:nvPr>
        </p:nvGraphicFramePr>
        <p:xfrm>
          <a:off x="1187624" y="1556792"/>
          <a:ext cx="6984775" cy="3337560"/>
        </p:xfrm>
        <a:graphic>
          <a:graphicData uri="http://schemas.openxmlformats.org/drawingml/2006/table">
            <a:tbl>
              <a:tblPr firstRow="1" bandRow="1">
                <a:tableStyleId>{BDBED569-4797-4DF1-A0F4-6AAB3CD982D8}</a:tableStyleId>
              </a:tblPr>
              <a:tblGrid>
                <a:gridCol w="1396955">
                  <a:extLst>
                    <a:ext uri="{9D8B030D-6E8A-4147-A177-3AD203B41FA5}">
                      <a16:colId xmlns:a16="http://schemas.microsoft.com/office/drawing/2014/main" val="997613293"/>
                    </a:ext>
                  </a:extLst>
                </a:gridCol>
                <a:gridCol w="1396955">
                  <a:extLst>
                    <a:ext uri="{9D8B030D-6E8A-4147-A177-3AD203B41FA5}">
                      <a16:colId xmlns:a16="http://schemas.microsoft.com/office/drawing/2014/main" val="4214713002"/>
                    </a:ext>
                  </a:extLst>
                </a:gridCol>
                <a:gridCol w="1396955">
                  <a:extLst>
                    <a:ext uri="{9D8B030D-6E8A-4147-A177-3AD203B41FA5}">
                      <a16:colId xmlns:a16="http://schemas.microsoft.com/office/drawing/2014/main" val="1669843503"/>
                    </a:ext>
                  </a:extLst>
                </a:gridCol>
                <a:gridCol w="1396955">
                  <a:extLst>
                    <a:ext uri="{9D8B030D-6E8A-4147-A177-3AD203B41FA5}">
                      <a16:colId xmlns:a16="http://schemas.microsoft.com/office/drawing/2014/main" val="3017139048"/>
                    </a:ext>
                  </a:extLst>
                </a:gridCol>
                <a:gridCol w="1396955">
                  <a:extLst>
                    <a:ext uri="{9D8B030D-6E8A-4147-A177-3AD203B41FA5}">
                      <a16:colId xmlns:a16="http://schemas.microsoft.com/office/drawing/2014/main" val="2148855555"/>
                    </a:ext>
                  </a:extLst>
                </a:gridCol>
              </a:tblGrid>
              <a:tr h="370840">
                <a:tc>
                  <a:txBody>
                    <a:bodyPr/>
                    <a:lstStyle/>
                    <a:p>
                      <a:pPr algn="ctr"/>
                      <a:endParaRPr lang="en-US" b="1" dirty="0"/>
                    </a:p>
                  </a:txBody>
                  <a:tcPr anchor="ctr"/>
                </a:tc>
                <a:tc>
                  <a:txBody>
                    <a:bodyPr/>
                    <a:lstStyle/>
                    <a:p>
                      <a:pPr algn="ctr"/>
                      <a:endParaRPr lang="en-US" b="1" dirty="0"/>
                    </a:p>
                  </a:txBody>
                  <a:tcPr anchor="ctr"/>
                </a:tc>
                <a:tc>
                  <a:txBody>
                    <a:bodyPr/>
                    <a:lstStyle/>
                    <a:p>
                      <a:pPr algn="ctr"/>
                      <a:endParaRPr lang="en-US" b="1" dirty="0"/>
                    </a:p>
                  </a:txBody>
                  <a:tcPr anchor="ctr"/>
                </a:tc>
                <a:tc gridSpan="2">
                  <a:txBody>
                    <a:bodyPr/>
                    <a:lstStyle/>
                    <a:p>
                      <a:pPr algn="ctr"/>
                      <a:r>
                        <a:rPr lang="en-US" b="1" dirty="0"/>
                        <a:t>Profit</a:t>
                      </a:r>
                    </a:p>
                  </a:txBody>
                  <a:tcPr anchor="ctr"/>
                </a:tc>
                <a:tc hMerge="1">
                  <a:txBody>
                    <a:bodyPr/>
                    <a:lstStyle/>
                    <a:p>
                      <a:endParaRPr lang="en-US" dirty="0"/>
                    </a:p>
                  </a:txBody>
                  <a:tcPr/>
                </a:tc>
                <a:extLst>
                  <a:ext uri="{0D108BD9-81ED-4DB2-BD59-A6C34878D82A}">
                    <a16:rowId xmlns:a16="http://schemas.microsoft.com/office/drawing/2014/main" val="262303639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Observation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Cost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Demand</a:t>
                      </a:r>
                    </a:p>
                  </a:txBody>
                  <a:tcPr anchor="ctr"/>
                </a:tc>
                <a:tc>
                  <a:txBody>
                    <a:bodyPr/>
                    <a:lstStyle/>
                    <a:p>
                      <a:pPr algn="ctr"/>
                      <a:r>
                        <a:rPr lang="en-US" b="1" dirty="0"/>
                        <a:t>Q = 1600</a:t>
                      </a:r>
                    </a:p>
                  </a:txBody>
                  <a:tcPr anchor="ctr"/>
                </a:tc>
                <a:tc>
                  <a:txBody>
                    <a:bodyPr/>
                    <a:lstStyle/>
                    <a:p>
                      <a:pPr algn="ctr"/>
                      <a:r>
                        <a:rPr lang="en-US" b="1" dirty="0"/>
                        <a:t>Q = 1900</a:t>
                      </a:r>
                    </a:p>
                  </a:txBody>
                  <a:tcPr anchor="ctr"/>
                </a:tc>
                <a:extLst>
                  <a:ext uri="{0D108BD9-81ED-4DB2-BD59-A6C34878D82A}">
                    <a16:rowId xmlns:a16="http://schemas.microsoft.com/office/drawing/2014/main" val="2350284889"/>
                  </a:ext>
                </a:extLst>
              </a:tr>
              <a:tr h="370840">
                <a:tc>
                  <a:txBody>
                    <a:bodyPr/>
                    <a:lstStyle/>
                    <a:p>
                      <a:pPr algn="ctr"/>
                      <a:r>
                        <a:rPr lang="en-US" dirty="0"/>
                        <a:t>1</a:t>
                      </a:r>
                    </a:p>
                  </a:txBody>
                  <a:tcPr anchor="ctr"/>
                </a:tc>
                <a:tc>
                  <a:txBody>
                    <a:bodyPr/>
                    <a:lstStyle/>
                    <a:p>
                      <a:pPr algn="ctr"/>
                      <a:r>
                        <a:rPr lang="en-US" dirty="0"/>
                        <a:t>11</a:t>
                      </a:r>
                    </a:p>
                  </a:txBody>
                  <a:tcPr anchor="ctr"/>
                </a:tc>
                <a:tc>
                  <a:txBody>
                    <a:bodyPr/>
                    <a:lstStyle/>
                    <a:p>
                      <a:pPr algn="ctr"/>
                      <a:r>
                        <a:rPr lang="en-US" dirty="0"/>
                        <a:t>1,678</a:t>
                      </a:r>
                    </a:p>
                  </a:txBody>
                  <a:tcPr anchor="ctr"/>
                </a:tc>
                <a:tc>
                  <a:txBody>
                    <a:bodyPr/>
                    <a:lstStyle/>
                    <a:p>
                      <a:pPr algn="ctr" fontAlgn="b"/>
                      <a:r>
                        <a:rPr kumimoji="0" lang="en-CA" kern="1200" dirty="0">
                          <a:solidFill>
                            <a:schemeClr val="dk1"/>
                          </a:solidFill>
                        </a:rPr>
                        <a:t>15,400</a:t>
                      </a:r>
                      <a:endParaRPr kumimoji="0" lang="en-CA" kern="1200" dirty="0">
                        <a:solidFill>
                          <a:schemeClr val="dk1"/>
                        </a:solidFill>
                        <a:latin typeface="+mn-lt"/>
                        <a:ea typeface="+mn-ea"/>
                        <a:cs typeface="+mn-cs"/>
                      </a:endParaRPr>
                    </a:p>
                  </a:txBody>
                  <a:tcPr marL="9525" marR="9525" marT="9525" marB="0" anchor="ctr"/>
                </a:tc>
                <a:tc>
                  <a:txBody>
                    <a:bodyPr/>
                    <a:lstStyle/>
                    <a:p>
                      <a:pPr algn="ctr" fontAlgn="b"/>
                      <a:r>
                        <a:rPr kumimoji="0" lang="en-CA" kern="1200" dirty="0">
                          <a:solidFill>
                            <a:schemeClr val="dk1"/>
                          </a:solidFill>
                        </a:rPr>
                        <a:t>14,440</a:t>
                      </a:r>
                      <a:endParaRPr kumimoji="0" lang="en-CA" kern="1200" dirty="0">
                        <a:solidFill>
                          <a:schemeClr val="dk1"/>
                        </a:solidFill>
                        <a:latin typeface="+mn-lt"/>
                        <a:ea typeface="+mn-ea"/>
                        <a:cs typeface="+mn-cs"/>
                      </a:endParaRPr>
                    </a:p>
                  </a:txBody>
                  <a:tcPr marL="9525" marR="9525" marT="9525" marB="0" anchor="ctr"/>
                </a:tc>
                <a:extLst>
                  <a:ext uri="{0D108BD9-81ED-4DB2-BD59-A6C34878D82A}">
                    <a16:rowId xmlns:a16="http://schemas.microsoft.com/office/drawing/2014/main" val="1229740549"/>
                  </a:ext>
                </a:extLst>
              </a:tr>
              <a:tr h="370840">
                <a:tc>
                  <a:txBody>
                    <a:bodyPr/>
                    <a:lstStyle/>
                    <a:p>
                      <a:pPr algn="ctr"/>
                      <a:r>
                        <a:rPr lang="en-US" dirty="0"/>
                        <a:t>2</a:t>
                      </a:r>
                    </a:p>
                  </a:txBody>
                  <a:tcPr anchor="ctr"/>
                </a:tc>
                <a:tc>
                  <a:txBody>
                    <a:bodyPr/>
                    <a:lstStyle/>
                    <a:p>
                      <a:pPr algn="ctr"/>
                      <a:r>
                        <a:rPr lang="en-US" dirty="0"/>
                        <a:t>17</a:t>
                      </a:r>
                    </a:p>
                  </a:txBody>
                  <a:tcPr anchor="ctr"/>
                </a:tc>
                <a:tc>
                  <a:txBody>
                    <a:bodyPr/>
                    <a:lstStyle/>
                    <a:p>
                      <a:pPr algn="ctr"/>
                      <a:r>
                        <a:rPr lang="en-US" dirty="0"/>
                        <a:t>1,987</a:t>
                      </a:r>
                    </a:p>
                  </a:txBody>
                  <a:tcPr anchor="ctr"/>
                </a:tc>
                <a:tc>
                  <a:txBody>
                    <a:bodyPr/>
                    <a:lstStyle/>
                    <a:p>
                      <a:pPr algn="ctr" fontAlgn="b"/>
                      <a:r>
                        <a:rPr kumimoji="0" lang="en-CA" kern="1200" dirty="0">
                          <a:solidFill>
                            <a:schemeClr val="dk1"/>
                          </a:solidFill>
                        </a:rPr>
                        <a:t>5,800</a:t>
                      </a:r>
                      <a:endParaRPr kumimoji="0" lang="en-CA" kern="1200" dirty="0">
                        <a:solidFill>
                          <a:schemeClr val="dk1"/>
                        </a:solidFill>
                        <a:latin typeface="+mn-lt"/>
                        <a:ea typeface="+mn-ea"/>
                        <a:cs typeface="+mn-cs"/>
                      </a:endParaRPr>
                    </a:p>
                  </a:txBody>
                  <a:tcPr marL="9525" marR="9525" marT="9525" marB="0" anchor="ctr"/>
                </a:tc>
                <a:tc>
                  <a:txBody>
                    <a:bodyPr/>
                    <a:lstStyle/>
                    <a:p>
                      <a:pPr algn="ctr" fontAlgn="b"/>
                      <a:r>
                        <a:rPr kumimoji="0" lang="en-CA" kern="1200" dirty="0">
                          <a:solidFill>
                            <a:schemeClr val="dk1"/>
                          </a:solidFill>
                        </a:rPr>
                        <a:t>9,700</a:t>
                      </a:r>
                      <a:endParaRPr kumimoji="0" lang="en-CA" kern="1200" dirty="0">
                        <a:solidFill>
                          <a:schemeClr val="dk1"/>
                        </a:solidFill>
                        <a:latin typeface="+mn-lt"/>
                        <a:ea typeface="+mn-ea"/>
                        <a:cs typeface="+mn-cs"/>
                      </a:endParaRPr>
                    </a:p>
                  </a:txBody>
                  <a:tcPr marL="9525" marR="9525" marT="9525" marB="0" anchor="ctr"/>
                </a:tc>
                <a:extLst>
                  <a:ext uri="{0D108BD9-81ED-4DB2-BD59-A6C34878D82A}">
                    <a16:rowId xmlns:a16="http://schemas.microsoft.com/office/drawing/2014/main" val="1046882719"/>
                  </a:ext>
                </a:extLst>
              </a:tr>
              <a:tr h="370840">
                <a:tc>
                  <a:txBody>
                    <a:bodyPr/>
                    <a:lstStyle/>
                    <a:p>
                      <a:pPr algn="ctr"/>
                      <a:r>
                        <a:rPr lang="en-US" dirty="0"/>
                        <a:t>3</a:t>
                      </a:r>
                    </a:p>
                  </a:txBody>
                  <a:tcPr anchor="ctr"/>
                </a:tc>
                <a:tc>
                  <a:txBody>
                    <a:bodyPr/>
                    <a:lstStyle/>
                    <a:p>
                      <a:pPr algn="ctr"/>
                      <a:r>
                        <a:rPr lang="en-US" dirty="0"/>
                        <a:t>16</a:t>
                      </a:r>
                    </a:p>
                  </a:txBody>
                  <a:tcPr anchor="ctr"/>
                </a:tc>
                <a:tc>
                  <a:txBody>
                    <a:bodyPr/>
                    <a:lstStyle/>
                    <a:p>
                      <a:pPr algn="ctr"/>
                      <a:r>
                        <a:rPr lang="en-US" dirty="0"/>
                        <a:t>1,700</a:t>
                      </a:r>
                    </a:p>
                  </a:txBody>
                  <a:tcPr anchor="ctr"/>
                </a:tc>
                <a:tc>
                  <a:txBody>
                    <a:bodyPr/>
                    <a:lstStyle/>
                    <a:p>
                      <a:pPr algn="ctr" fontAlgn="b"/>
                      <a:r>
                        <a:rPr kumimoji="0" lang="en-CA" kern="1200" dirty="0">
                          <a:solidFill>
                            <a:schemeClr val="dk1"/>
                          </a:solidFill>
                        </a:rPr>
                        <a:t>7,400</a:t>
                      </a:r>
                      <a:endParaRPr kumimoji="0" lang="en-CA" kern="1200" dirty="0">
                        <a:solidFill>
                          <a:schemeClr val="dk1"/>
                        </a:solidFill>
                        <a:latin typeface="+mn-lt"/>
                        <a:ea typeface="+mn-ea"/>
                        <a:cs typeface="+mn-cs"/>
                      </a:endParaRPr>
                    </a:p>
                  </a:txBody>
                  <a:tcPr marL="9525" marR="9525" marT="9525" marB="0" anchor="ctr"/>
                </a:tc>
                <a:tc>
                  <a:txBody>
                    <a:bodyPr/>
                    <a:lstStyle/>
                    <a:p>
                      <a:pPr algn="ctr" fontAlgn="b"/>
                      <a:r>
                        <a:rPr kumimoji="0" lang="en-CA" kern="1200" dirty="0">
                          <a:solidFill>
                            <a:schemeClr val="dk1"/>
                          </a:solidFill>
                        </a:rPr>
                        <a:t>5,600</a:t>
                      </a:r>
                      <a:endParaRPr kumimoji="0" lang="en-CA" kern="1200" dirty="0">
                        <a:solidFill>
                          <a:schemeClr val="dk1"/>
                        </a:solidFill>
                        <a:latin typeface="+mn-lt"/>
                        <a:ea typeface="+mn-ea"/>
                        <a:cs typeface="+mn-cs"/>
                      </a:endParaRPr>
                    </a:p>
                  </a:txBody>
                  <a:tcPr marL="9525" marR="9525" marT="9525" marB="0" anchor="ctr"/>
                </a:tc>
                <a:extLst>
                  <a:ext uri="{0D108BD9-81ED-4DB2-BD59-A6C34878D82A}">
                    <a16:rowId xmlns:a16="http://schemas.microsoft.com/office/drawing/2014/main" val="1571508870"/>
                  </a:ext>
                </a:extLst>
              </a:tr>
              <a:tr h="370840">
                <a:tc>
                  <a:txBody>
                    <a:bodyPr/>
                    <a:lstStyle/>
                    <a:p>
                      <a:pPr algn="ctr"/>
                      <a:r>
                        <a:rPr lang="en-US" dirty="0"/>
                        <a:t>4</a:t>
                      </a:r>
                    </a:p>
                  </a:txBody>
                  <a:tcPr anchor="ctr"/>
                </a:tc>
                <a:tc>
                  <a:txBody>
                    <a:bodyPr/>
                    <a:lstStyle/>
                    <a:p>
                      <a:pPr algn="ctr"/>
                      <a:r>
                        <a:rPr lang="en-US" dirty="0"/>
                        <a:t>13</a:t>
                      </a:r>
                    </a:p>
                  </a:txBody>
                  <a:tcPr anchor="ctr"/>
                </a:tc>
                <a:tc>
                  <a:txBody>
                    <a:bodyPr/>
                    <a:lstStyle/>
                    <a:p>
                      <a:pPr algn="ctr"/>
                      <a:r>
                        <a:rPr lang="en-US" dirty="0"/>
                        <a:t>1,523</a:t>
                      </a:r>
                    </a:p>
                  </a:txBody>
                  <a:tcPr anchor="ctr"/>
                </a:tc>
                <a:tc>
                  <a:txBody>
                    <a:bodyPr/>
                    <a:lstStyle/>
                    <a:p>
                      <a:pPr algn="ctr" fontAlgn="b"/>
                      <a:r>
                        <a:rPr kumimoji="0" lang="en-CA" kern="1200" dirty="0">
                          <a:solidFill>
                            <a:schemeClr val="dk1"/>
                          </a:solidFill>
                        </a:rPr>
                        <a:t>9,890</a:t>
                      </a:r>
                      <a:endParaRPr kumimoji="0" lang="en-CA" kern="1200" dirty="0">
                        <a:solidFill>
                          <a:schemeClr val="dk1"/>
                        </a:solidFill>
                        <a:latin typeface="+mn-lt"/>
                        <a:ea typeface="+mn-ea"/>
                        <a:cs typeface="+mn-cs"/>
                      </a:endParaRPr>
                    </a:p>
                  </a:txBody>
                  <a:tcPr marL="9525" marR="9525" marT="9525" marB="0" anchor="ctr"/>
                </a:tc>
                <a:tc>
                  <a:txBody>
                    <a:bodyPr/>
                    <a:lstStyle/>
                    <a:p>
                      <a:pPr algn="ctr" fontAlgn="b"/>
                      <a:r>
                        <a:rPr kumimoji="0" lang="en-CA" kern="1200" dirty="0">
                          <a:solidFill>
                            <a:schemeClr val="dk1"/>
                          </a:solidFill>
                        </a:rPr>
                        <a:t>5,990</a:t>
                      </a:r>
                      <a:endParaRPr kumimoji="0" lang="en-CA" kern="1200" dirty="0">
                        <a:solidFill>
                          <a:schemeClr val="dk1"/>
                        </a:solidFill>
                        <a:latin typeface="+mn-lt"/>
                        <a:ea typeface="+mn-ea"/>
                        <a:cs typeface="+mn-cs"/>
                      </a:endParaRPr>
                    </a:p>
                  </a:txBody>
                  <a:tcPr marL="9525" marR="9525" marT="9525" marB="0" anchor="ctr"/>
                </a:tc>
                <a:extLst>
                  <a:ext uri="{0D108BD9-81ED-4DB2-BD59-A6C34878D82A}">
                    <a16:rowId xmlns:a16="http://schemas.microsoft.com/office/drawing/2014/main" val="2214771990"/>
                  </a:ext>
                </a:extLst>
              </a:tr>
              <a:tr h="370840">
                <a:tc>
                  <a:txBody>
                    <a:bodyPr/>
                    <a:lstStyle/>
                    <a:p>
                      <a:pPr algn="ctr"/>
                      <a:r>
                        <a:rPr lang="en-US" dirty="0"/>
                        <a:t>5</a:t>
                      </a:r>
                    </a:p>
                  </a:txBody>
                  <a:tcPr anchor="ctr"/>
                </a:tc>
                <a:tc>
                  <a:txBody>
                    <a:bodyPr/>
                    <a:lstStyle/>
                    <a:p>
                      <a:pPr algn="ctr"/>
                      <a:r>
                        <a:rPr lang="en-US" dirty="0"/>
                        <a:t>19</a:t>
                      </a:r>
                    </a:p>
                  </a:txBody>
                  <a:tcPr anchor="ctr"/>
                </a:tc>
                <a:tc>
                  <a:txBody>
                    <a:bodyPr/>
                    <a:lstStyle/>
                    <a:p>
                      <a:pPr algn="ctr"/>
                      <a:r>
                        <a:rPr lang="en-US" dirty="0"/>
                        <a:t>1,589</a:t>
                      </a:r>
                    </a:p>
                  </a:txBody>
                  <a:tcPr anchor="ctr"/>
                </a:tc>
                <a:tc>
                  <a:txBody>
                    <a:bodyPr/>
                    <a:lstStyle/>
                    <a:p>
                      <a:pPr algn="ctr" fontAlgn="b"/>
                      <a:r>
                        <a:rPr kumimoji="0" lang="en-CA" kern="1200" dirty="0">
                          <a:solidFill>
                            <a:schemeClr val="dk1"/>
                          </a:solidFill>
                        </a:rPr>
                        <a:t>2,270</a:t>
                      </a:r>
                      <a:endParaRPr kumimoji="0" lang="en-CA" kern="1200" dirty="0">
                        <a:solidFill>
                          <a:schemeClr val="dk1"/>
                        </a:solidFill>
                        <a:latin typeface="+mn-lt"/>
                        <a:ea typeface="+mn-ea"/>
                        <a:cs typeface="+mn-cs"/>
                      </a:endParaRPr>
                    </a:p>
                  </a:txBody>
                  <a:tcPr marL="9525" marR="9525" marT="9525" marB="0" anchor="ctr"/>
                </a:tc>
                <a:tc>
                  <a:txBody>
                    <a:bodyPr/>
                    <a:lstStyle/>
                    <a:p>
                      <a:pPr algn="ctr" fontAlgn="b"/>
                      <a:r>
                        <a:rPr kumimoji="0" lang="en-CA" kern="1200" dirty="0">
                          <a:solidFill>
                            <a:schemeClr val="dk1"/>
                          </a:solidFill>
                        </a:rPr>
                        <a:t>-3,430</a:t>
                      </a:r>
                      <a:endParaRPr kumimoji="0" lang="en-CA" kern="1200" dirty="0">
                        <a:solidFill>
                          <a:schemeClr val="dk1"/>
                        </a:solidFill>
                        <a:latin typeface="+mn-lt"/>
                        <a:ea typeface="+mn-ea"/>
                        <a:cs typeface="+mn-cs"/>
                      </a:endParaRPr>
                    </a:p>
                  </a:txBody>
                  <a:tcPr marL="9525" marR="9525" marT="9525" marB="0" anchor="ctr"/>
                </a:tc>
                <a:extLst>
                  <a:ext uri="{0D108BD9-81ED-4DB2-BD59-A6C34878D82A}">
                    <a16:rowId xmlns:a16="http://schemas.microsoft.com/office/drawing/2014/main" val="956666739"/>
                  </a:ext>
                </a:extLst>
              </a:tr>
              <a:tr h="370840">
                <a:tc>
                  <a:txBody>
                    <a:bodyPr/>
                    <a:lstStyle/>
                    <a:p>
                      <a:pPr algn="ctr"/>
                      <a:r>
                        <a:rPr lang="en-US" dirty="0"/>
                        <a:t>6</a:t>
                      </a:r>
                    </a:p>
                  </a:txBody>
                  <a:tcPr anchor="ctr"/>
                </a:tc>
                <a:tc>
                  <a:txBody>
                    <a:bodyPr/>
                    <a:lstStyle/>
                    <a:p>
                      <a:pPr algn="ctr"/>
                      <a:r>
                        <a:rPr lang="en-US" dirty="0"/>
                        <a:t>14</a:t>
                      </a:r>
                    </a:p>
                  </a:txBody>
                  <a:tcPr anchor="ctr"/>
                </a:tc>
                <a:tc>
                  <a:txBody>
                    <a:bodyPr/>
                    <a:lstStyle/>
                    <a:p>
                      <a:pPr algn="ctr"/>
                      <a:r>
                        <a:rPr lang="en-US" dirty="0"/>
                        <a:t>1,876</a:t>
                      </a:r>
                    </a:p>
                  </a:txBody>
                  <a:tcPr anchor="ctr"/>
                </a:tc>
                <a:tc>
                  <a:txBody>
                    <a:bodyPr/>
                    <a:lstStyle/>
                    <a:p>
                      <a:pPr algn="ctr" fontAlgn="b"/>
                      <a:r>
                        <a:rPr kumimoji="0" lang="en-CA" kern="1200" dirty="0">
                          <a:solidFill>
                            <a:schemeClr val="dk1"/>
                          </a:solidFill>
                        </a:rPr>
                        <a:t>10,600</a:t>
                      </a:r>
                      <a:endParaRPr kumimoji="0" lang="en-CA" kern="1200" dirty="0">
                        <a:solidFill>
                          <a:schemeClr val="dk1"/>
                        </a:solidFill>
                        <a:latin typeface="+mn-lt"/>
                        <a:ea typeface="+mn-ea"/>
                        <a:cs typeface="+mn-cs"/>
                      </a:endParaRPr>
                    </a:p>
                  </a:txBody>
                  <a:tcPr marL="9525" marR="9525" marT="9525" marB="0" anchor="ctr"/>
                </a:tc>
                <a:tc>
                  <a:txBody>
                    <a:bodyPr/>
                    <a:lstStyle/>
                    <a:p>
                      <a:pPr algn="ctr" fontAlgn="b"/>
                      <a:r>
                        <a:rPr kumimoji="0" lang="en-CA" kern="1200" dirty="0">
                          <a:solidFill>
                            <a:schemeClr val="dk1"/>
                          </a:solidFill>
                        </a:rPr>
                        <a:t>14,680</a:t>
                      </a:r>
                      <a:endParaRPr kumimoji="0" lang="en-CA" kern="1200" dirty="0">
                        <a:solidFill>
                          <a:schemeClr val="dk1"/>
                        </a:solidFill>
                        <a:latin typeface="+mn-lt"/>
                        <a:ea typeface="+mn-ea"/>
                        <a:cs typeface="+mn-cs"/>
                      </a:endParaRPr>
                    </a:p>
                  </a:txBody>
                  <a:tcPr marL="9525" marR="9525" marT="9525" marB="0" anchor="ctr"/>
                </a:tc>
                <a:extLst>
                  <a:ext uri="{0D108BD9-81ED-4DB2-BD59-A6C34878D82A}">
                    <a16:rowId xmlns:a16="http://schemas.microsoft.com/office/drawing/2014/main" val="1627241150"/>
                  </a:ext>
                </a:extLst>
              </a:tr>
              <a:tr h="370840">
                <a:tc>
                  <a:txBody>
                    <a:bodyPr/>
                    <a:lstStyle/>
                    <a:p>
                      <a:pPr algn="ctr"/>
                      <a:endParaRPr lang="en-US" b="1" dirty="0"/>
                    </a:p>
                  </a:txBody>
                  <a:tcPr anchor="ctr"/>
                </a:tc>
                <a:tc gridSpan="2">
                  <a:txBody>
                    <a:bodyPr/>
                    <a:lstStyle/>
                    <a:p>
                      <a:pPr algn="ctr"/>
                      <a:r>
                        <a:rPr lang="en-US" b="1" dirty="0"/>
                        <a:t>Average</a:t>
                      </a:r>
                    </a:p>
                  </a:txBody>
                  <a:tcPr anchor="ctr"/>
                </a:tc>
                <a:tc hMerge="1">
                  <a:txBody>
                    <a:bodyPr/>
                    <a:lstStyle/>
                    <a:p>
                      <a:pPr algn="ctr"/>
                      <a:endParaRPr lang="en-US" dirty="0"/>
                    </a:p>
                  </a:txBody>
                  <a:tcPr anchor="ctr"/>
                </a:tc>
                <a:tc>
                  <a:txBody>
                    <a:bodyPr/>
                    <a:lstStyle/>
                    <a:p>
                      <a:pPr algn="ctr" fontAlgn="b"/>
                      <a:r>
                        <a:rPr kumimoji="0" lang="en-CA" b="1" kern="1200" dirty="0">
                          <a:solidFill>
                            <a:schemeClr val="dk1"/>
                          </a:solidFill>
                          <a:latin typeface="+mn-lt"/>
                          <a:ea typeface="+mn-ea"/>
                          <a:cs typeface="+mn-cs"/>
                        </a:rPr>
                        <a:t>8,560</a:t>
                      </a:r>
                    </a:p>
                  </a:txBody>
                  <a:tcPr marL="9525" marR="9525" marT="9525" marB="0" anchor="ctr"/>
                </a:tc>
                <a:tc>
                  <a:txBody>
                    <a:bodyPr/>
                    <a:lstStyle/>
                    <a:p>
                      <a:pPr algn="ctr" fontAlgn="b"/>
                      <a:r>
                        <a:rPr kumimoji="0" lang="en-CA" b="1" kern="1200" dirty="0">
                          <a:solidFill>
                            <a:schemeClr val="dk1"/>
                          </a:solidFill>
                          <a:latin typeface="+mn-lt"/>
                          <a:ea typeface="+mn-ea"/>
                          <a:cs typeface="+mn-cs"/>
                        </a:rPr>
                        <a:t>7,830</a:t>
                      </a:r>
                    </a:p>
                  </a:txBody>
                  <a:tcPr marL="9525" marR="9525" marT="9525" marB="0" anchor="ctr"/>
                </a:tc>
                <a:extLst>
                  <a:ext uri="{0D108BD9-81ED-4DB2-BD59-A6C34878D82A}">
                    <a16:rowId xmlns:a16="http://schemas.microsoft.com/office/drawing/2014/main" val="3552891289"/>
                  </a:ext>
                </a:extLst>
              </a:tr>
            </a:tbl>
          </a:graphicData>
        </a:graphic>
      </p:graphicFrame>
    </p:spTree>
    <p:extLst>
      <p:ext uri="{BB962C8B-B14F-4D97-AF65-F5344CB8AC3E}">
        <p14:creationId xmlns:p14="http://schemas.microsoft.com/office/powerpoint/2010/main" val="3371665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264E-5F0B-CEB7-38F3-4C095FB05948}"/>
              </a:ext>
            </a:extLst>
          </p:cNvPr>
          <p:cNvSpPr>
            <a:spLocks noGrp="1"/>
          </p:cNvSpPr>
          <p:nvPr>
            <p:ph type="title"/>
          </p:nvPr>
        </p:nvSpPr>
        <p:spPr/>
        <p:txBody>
          <a:bodyPr/>
          <a:lstStyle/>
          <a:p>
            <a:r>
              <a:rPr lang="en-US" dirty="0"/>
              <a:t>Generating Random Numbers</a:t>
            </a:r>
          </a:p>
        </p:txBody>
      </p:sp>
      <p:sp>
        <p:nvSpPr>
          <p:cNvPr id="3" name="Slide Number Placeholder 2">
            <a:extLst>
              <a:ext uri="{FF2B5EF4-FFF2-40B4-BE49-F238E27FC236}">
                <a16:creationId xmlns:a16="http://schemas.microsoft.com/office/drawing/2014/main" id="{C390D23C-E7BC-8EF4-48AC-22F00E035AF3}"/>
              </a:ext>
            </a:extLst>
          </p:cNvPr>
          <p:cNvSpPr>
            <a:spLocks noGrp="1"/>
          </p:cNvSpPr>
          <p:nvPr>
            <p:ph type="sldNum" sz="quarter" idx="12"/>
          </p:nvPr>
        </p:nvSpPr>
        <p:spPr/>
        <p:txBody>
          <a:bodyPr/>
          <a:lstStyle/>
          <a:p>
            <a:fld id="{B6F15528-21DE-4FAA-801E-634DDDAF4B2B}" type="slidenum">
              <a:rPr lang="en-US" smtClean="0"/>
              <a:pPr/>
              <a:t>10</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01DDFC3-99BB-E18A-0D9E-24187CEE3DC7}"/>
                  </a:ext>
                </a:extLst>
              </p:cNvPr>
              <p:cNvSpPr>
                <a:spLocks noGrp="1"/>
              </p:cNvSpPr>
              <p:nvPr>
                <p:ph sz="quarter" idx="1"/>
              </p:nvPr>
            </p:nvSpPr>
            <p:spPr/>
            <p:txBody>
              <a:bodyPr>
                <a:normAutofit/>
              </a:bodyPr>
              <a:lstStyle/>
              <a:p>
                <a:r>
                  <a:rPr lang="en-US" dirty="0"/>
                  <a:t>If we know the distribution of the random event, we can create random numbers using the distribution.</a:t>
                </a:r>
              </a:p>
              <a:p>
                <a:pPr marL="0" indent="0">
                  <a:buNone/>
                </a:pPr>
                <a:r>
                  <a:rPr lang="en-US" b="1" dirty="0"/>
                  <a:t>Example 6.3: </a:t>
                </a:r>
                <a:r>
                  <a:rPr lang="en-US" dirty="0"/>
                  <a:t>Generate 20 random numbers using binomial (with number of trials = 10 and </a:t>
                </a:r>
                <a:r>
                  <a:rPr lang="en-US" i="1" dirty="0"/>
                  <a:t>p</a:t>
                </a:r>
                <a:r>
                  <a:rPr lang="en-US" dirty="0"/>
                  <a:t> = 0.3), discrete uniform (U[2,5]), Poisson (with </a:t>
                </a:r>
                <a14:m>
                  <m:oMath xmlns:m="http://schemas.openxmlformats.org/officeDocument/2006/math">
                    <m:r>
                      <a:rPr lang="en-US" i="1" smtClean="0">
                        <a:latin typeface="Cambria Math" panose="02040503050406030204" pitchFamily="18" charset="0"/>
                        <a:ea typeface="Cambria Math" panose="02040503050406030204" pitchFamily="18" charset="0"/>
                      </a:rPr>
                      <m:t>𝜆</m:t>
                    </m:r>
                  </m:oMath>
                </a14:m>
                <a:r>
                  <a:rPr lang="en-US" dirty="0"/>
                  <a:t>=3), normal (with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=12 and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=1.37), continuous uniform (U[20,21]), and exponential (with inverse rate parameter of 1/3) distributions. </a:t>
                </a:r>
                <a:endParaRPr lang="en-US" b="1" dirty="0"/>
              </a:p>
            </p:txBody>
          </p:sp>
        </mc:Choice>
        <mc:Fallback xmlns="">
          <p:sp>
            <p:nvSpPr>
              <p:cNvPr id="4" name="Content Placeholder 3">
                <a:extLst>
                  <a:ext uri="{FF2B5EF4-FFF2-40B4-BE49-F238E27FC236}">
                    <a16:creationId xmlns:a16="http://schemas.microsoft.com/office/drawing/2014/main" id="{D01DDFC3-99BB-E18A-0D9E-24187CEE3DC7}"/>
                  </a:ext>
                </a:extLst>
              </p:cNvPr>
              <p:cNvSpPr>
                <a:spLocks noGrp="1" noRot="1" noChangeAspect="1" noMove="1" noResize="1" noEditPoints="1" noAdjustHandles="1" noChangeArrowheads="1" noChangeShapeType="1" noTextEdit="1"/>
              </p:cNvSpPr>
              <p:nvPr>
                <p:ph sz="quarter" idx="1"/>
              </p:nvPr>
            </p:nvSpPr>
            <p:spPr>
              <a:blipFill>
                <a:blip r:embed="rId2"/>
                <a:stretch>
                  <a:fillRect l="-1471" t="-1385" r="-1961"/>
                </a:stretch>
              </a:blipFill>
            </p:spPr>
            <p:txBody>
              <a:bodyPr/>
              <a:lstStyle/>
              <a:p>
                <a:r>
                  <a:rPr lang="en-US">
                    <a:noFill/>
                  </a:rPr>
                  <a:t> </a:t>
                </a:r>
              </a:p>
            </p:txBody>
          </p:sp>
        </mc:Fallback>
      </mc:AlternateContent>
    </p:spTree>
    <p:extLst>
      <p:ext uri="{BB962C8B-B14F-4D97-AF65-F5344CB8AC3E}">
        <p14:creationId xmlns:p14="http://schemas.microsoft.com/office/powerpoint/2010/main" val="3751925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61C6-1321-7358-187E-925B0A179103}"/>
              </a:ext>
            </a:extLst>
          </p:cNvPr>
          <p:cNvSpPr>
            <a:spLocks noGrp="1"/>
          </p:cNvSpPr>
          <p:nvPr>
            <p:ph type="title"/>
          </p:nvPr>
        </p:nvSpPr>
        <p:spPr/>
        <p:txBody>
          <a:bodyPr/>
          <a:lstStyle/>
          <a:p>
            <a:r>
              <a:rPr lang="en-US" dirty="0"/>
              <a:t>Generating Random Numbers</a:t>
            </a:r>
          </a:p>
        </p:txBody>
      </p:sp>
      <p:sp>
        <p:nvSpPr>
          <p:cNvPr id="3" name="Slide Number Placeholder 2">
            <a:extLst>
              <a:ext uri="{FF2B5EF4-FFF2-40B4-BE49-F238E27FC236}">
                <a16:creationId xmlns:a16="http://schemas.microsoft.com/office/drawing/2014/main" id="{E7A00D49-C788-8BC2-B9C2-6C618D236448}"/>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4" name="Content Placeholder 3">
            <a:extLst>
              <a:ext uri="{FF2B5EF4-FFF2-40B4-BE49-F238E27FC236}">
                <a16:creationId xmlns:a16="http://schemas.microsoft.com/office/drawing/2014/main" id="{51942DDD-CC83-3156-7485-2C144C0128FA}"/>
              </a:ext>
            </a:extLst>
          </p:cNvPr>
          <p:cNvSpPr>
            <a:spLocks noGrp="1"/>
          </p:cNvSpPr>
          <p:nvPr>
            <p:ph sz="quarter" idx="1"/>
          </p:nvPr>
        </p:nvSpPr>
        <p:spPr/>
        <p:txBody>
          <a:bodyPr/>
          <a:lstStyle/>
          <a:p>
            <a:r>
              <a:rPr lang="en-US" dirty="0"/>
              <a:t>In many real-world settings, the appropriate probability distribution of a random variable is not known in advance. </a:t>
            </a:r>
          </a:p>
          <a:p>
            <a:r>
              <a:rPr lang="en-US" dirty="0"/>
              <a:t>We can construct and use an empirical probability distribution by using historical data.</a:t>
            </a:r>
          </a:p>
          <a:p>
            <a:r>
              <a:rPr lang="en-US" dirty="0"/>
              <a:t>An empirical probability distribution can be represented by relative frequency table.</a:t>
            </a:r>
          </a:p>
        </p:txBody>
      </p:sp>
      <p:graphicFrame>
        <p:nvGraphicFramePr>
          <p:cNvPr id="5" name="Table 4">
            <a:extLst>
              <a:ext uri="{FF2B5EF4-FFF2-40B4-BE49-F238E27FC236}">
                <a16:creationId xmlns:a16="http://schemas.microsoft.com/office/drawing/2014/main" id="{4625FFD1-1CFE-959D-F6E3-45968EFBB958}"/>
              </a:ext>
            </a:extLst>
          </p:cNvPr>
          <p:cNvGraphicFramePr>
            <a:graphicFrameLocks noGrp="1"/>
          </p:cNvGraphicFramePr>
          <p:nvPr>
            <p:extLst>
              <p:ext uri="{D42A27DB-BD31-4B8C-83A1-F6EECF244321}">
                <p14:modId xmlns:p14="http://schemas.microsoft.com/office/powerpoint/2010/main" val="2304201611"/>
              </p:ext>
            </p:extLst>
          </p:nvPr>
        </p:nvGraphicFramePr>
        <p:xfrm>
          <a:off x="1524000" y="4592138"/>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67481988"/>
                    </a:ext>
                  </a:extLst>
                </a:gridCol>
                <a:gridCol w="3048000">
                  <a:extLst>
                    <a:ext uri="{9D8B030D-6E8A-4147-A177-3AD203B41FA5}">
                      <a16:colId xmlns:a16="http://schemas.microsoft.com/office/drawing/2014/main" val="3482044924"/>
                    </a:ext>
                  </a:extLst>
                </a:gridCol>
              </a:tblGrid>
              <a:tr h="370840">
                <a:tc>
                  <a:txBody>
                    <a:bodyPr/>
                    <a:lstStyle/>
                    <a:p>
                      <a:pPr algn="ctr"/>
                      <a:r>
                        <a:rPr lang="en-US" dirty="0"/>
                        <a:t>Demand</a:t>
                      </a:r>
                    </a:p>
                  </a:txBody>
                  <a:tcPr/>
                </a:tc>
                <a:tc>
                  <a:txBody>
                    <a:bodyPr/>
                    <a:lstStyle/>
                    <a:p>
                      <a:pPr algn="ctr"/>
                      <a:r>
                        <a:rPr lang="en-US" dirty="0"/>
                        <a:t>Frequency</a:t>
                      </a:r>
                    </a:p>
                  </a:txBody>
                  <a:tcPr/>
                </a:tc>
                <a:extLst>
                  <a:ext uri="{0D108BD9-81ED-4DB2-BD59-A6C34878D82A}">
                    <a16:rowId xmlns:a16="http://schemas.microsoft.com/office/drawing/2014/main" val="3812384223"/>
                  </a:ext>
                </a:extLst>
              </a:tr>
              <a:tr h="370840">
                <a:tc>
                  <a:txBody>
                    <a:bodyPr/>
                    <a:lstStyle/>
                    <a:p>
                      <a:pPr algn="ctr"/>
                      <a:r>
                        <a:rPr lang="en-US" dirty="0"/>
                        <a:t>100</a:t>
                      </a:r>
                    </a:p>
                  </a:txBody>
                  <a:tcPr/>
                </a:tc>
                <a:tc>
                  <a:txBody>
                    <a:bodyPr/>
                    <a:lstStyle/>
                    <a:p>
                      <a:pPr algn="ctr"/>
                      <a:r>
                        <a:rPr lang="en-US" dirty="0"/>
                        <a:t>20</a:t>
                      </a:r>
                    </a:p>
                  </a:txBody>
                  <a:tcPr/>
                </a:tc>
                <a:extLst>
                  <a:ext uri="{0D108BD9-81ED-4DB2-BD59-A6C34878D82A}">
                    <a16:rowId xmlns:a16="http://schemas.microsoft.com/office/drawing/2014/main" val="188444007"/>
                  </a:ext>
                </a:extLst>
              </a:tr>
              <a:tr h="370840">
                <a:tc>
                  <a:txBody>
                    <a:bodyPr/>
                    <a:lstStyle/>
                    <a:p>
                      <a:pPr algn="ctr"/>
                      <a:r>
                        <a:rPr lang="en-US" dirty="0"/>
                        <a:t>200</a:t>
                      </a:r>
                    </a:p>
                  </a:txBody>
                  <a:tcPr/>
                </a:tc>
                <a:tc>
                  <a:txBody>
                    <a:bodyPr/>
                    <a:lstStyle/>
                    <a:p>
                      <a:pPr algn="ctr"/>
                      <a:r>
                        <a:rPr lang="en-US" dirty="0"/>
                        <a:t>25</a:t>
                      </a:r>
                    </a:p>
                  </a:txBody>
                  <a:tcPr/>
                </a:tc>
                <a:extLst>
                  <a:ext uri="{0D108BD9-81ED-4DB2-BD59-A6C34878D82A}">
                    <a16:rowId xmlns:a16="http://schemas.microsoft.com/office/drawing/2014/main" val="3232110217"/>
                  </a:ext>
                </a:extLst>
              </a:tr>
              <a:tr h="370840">
                <a:tc>
                  <a:txBody>
                    <a:bodyPr/>
                    <a:lstStyle/>
                    <a:p>
                      <a:pPr algn="ctr"/>
                      <a:r>
                        <a:rPr lang="en-US" dirty="0"/>
                        <a:t>300</a:t>
                      </a:r>
                    </a:p>
                  </a:txBody>
                  <a:tcPr/>
                </a:tc>
                <a:tc>
                  <a:txBody>
                    <a:bodyPr/>
                    <a:lstStyle/>
                    <a:p>
                      <a:pPr algn="ctr"/>
                      <a:r>
                        <a:rPr lang="en-US" dirty="0"/>
                        <a:t>35</a:t>
                      </a:r>
                    </a:p>
                  </a:txBody>
                  <a:tcPr/>
                </a:tc>
                <a:extLst>
                  <a:ext uri="{0D108BD9-81ED-4DB2-BD59-A6C34878D82A}">
                    <a16:rowId xmlns:a16="http://schemas.microsoft.com/office/drawing/2014/main" val="1202753180"/>
                  </a:ext>
                </a:extLst>
              </a:tr>
              <a:tr h="370840">
                <a:tc>
                  <a:txBody>
                    <a:bodyPr/>
                    <a:lstStyle/>
                    <a:p>
                      <a:pPr algn="ctr"/>
                      <a:r>
                        <a:rPr lang="en-US" dirty="0"/>
                        <a:t>400</a:t>
                      </a:r>
                    </a:p>
                  </a:txBody>
                  <a:tcPr/>
                </a:tc>
                <a:tc>
                  <a:txBody>
                    <a:bodyPr/>
                    <a:lstStyle/>
                    <a:p>
                      <a:pPr algn="ctr"/>
                      <a:r>
                        <a:rPr lang="en-US" dirty="0"/>
                        <a:t>10</a:t>
                      </a:r>
                    </a:p>
                  </a:txBody>
                  <a:tcPr/>
                </a:tc>
                <a:extLst>
                  <a:ext uri="{0D108BD9-81ED-4DB2-BD59-A6C34878D82A}">
                    <a16:rowId xmlns:a16="http://schemas.microsoft.com/office/drawing/2014/main" val="2461948741"/>
                  </a:ext>
                </a:extLst>
              </a:tr>
            </a:tbl>
          </a:graphicData>
        </a:graphic>
      </p:graphicFrame>
    </p:spTree>
    <p:extLst>
      <p:ext uri="{BB962C8B-B14F-4D97-AF65-F5344CB8AC3E}">
        <p14:creationId xmlns:p14="http://schemas.microsoft.com/office/powerpoint/2010/main" val="1060967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61C6-1321-7358-187E-925B0A179103}"/>
              </a:ext>
            </a:extLst>
          </p:cNvPr>
          <p:cNvSpPr>
            <a:spLocks noGrp="1"/>
          </p:cNvSpPr>
          <p:nvPr>
            <p:ph type="title"/>
          </p:nvPr>
        </p:nvSpPr>
        <p:spPr/>
        <p:txBody>
          <a:bodyPr/>
          <a:lstStyle/>
          <a:p>
            <a:r>
              <a:rPr lang="en-US" dirty="0"/>
              <a:t>Generating Random Numbers</a:t>
            </a:r>
          </a:p>
        </p:txBody>
      </p:sp>
      <p:sp>
        <p:nvSpPr>
          <p:cNvPr id="3" name="Slide Number Placeholder 2">
            <a:extLst>
              <a:ext uri="{FF2B5EF4-FFF2-40B4-BE49-F238E27FC236}">
                <a16:creationId xmlns:a16="http://schemas.microsoft.com/office/drawing/2014/main" id="{E7A00D49-C788-8BC2-B9C2-6C618D236448}"/>
              </a:ext>
            </a:extLst>
          </p:cNvPr>
          <p:cNvSpPr>
            <a:spLocks noGrp="1"/>
          </p:cNvSpPr>
          <p:nvPr>
            <p:ph type="sldNum" sz="quarter" idx="12"/>
          </p:nvPr>
        </p:nvSpPr>
        <p:spPr/>
        <p:txBody>
          <a:bodyPr/>
          <a:lstStyle/>
          <a:p>
            <a:fld id="{B6F15528-21DE-4FAA-801E-634DDDAF4B2B}" type="slidenum">
              <a:rPr lang="en-US" smtClean="0"/>
              <a:pPr/>
              <a:t>12</a:t>
            </a:fld>
            <a:endParaRPr lang="en-US"/>
          </a:p>
        </p:txBody>
      </p:sp>
      <p:graphicFrame>
        <p:nvGraphicFramePr>
          <p:cNvPr id="5" name="Table 4">
            <a:extLst>
              <a:ext uri="{FF2B5EF4-FFF2-40B4-BE49-F238E27FC236}">
                <a16:creationId xmlns:a16="http://schemas.microsoft.com/office/drawing/2014/main" id="{4625FFD1-1CFE-959D-F6E3-45968EFBB958}"/>
              </a:ext>
            </a:extLst>
          </p:cNvPr>
          <p:cNvGraphicFramePr>
            <a:graphicFrameLocks noGrp="1"/>
          </p:cNvGraphicFramePr>
          <p:nvPr>
            <p:extLst>
              <p:ext uri="{D42A27DB-BD31-4B8C-83A1-F6EECF244321}">
                <p14:modId xmlns:p14="http://schemas.microsoft.com/office/powerpoint/2010/main" val="2745152280"/>
              </p:ext>
            </p:extLst>
          </p:nvPr>
        </p:nvGraphicFramePr>
        <p:xfrm>
          <a:off x="632535" y="1772816"/>
          <a:ext cx="8054265" cy="2225040"/>
        </p:xfrm>
        <a:graphic>
          <a:graphicData uri="http://schemas.openxmlformats.org/drawingml/2006/table">
            <a:tbl>
              <a:tblPr firstRow="1" bandRow="1">
                <a:tableStyleId>{5C22544A-7EE6-4342-B048-85BDC9FD1C3A}</a:tableStyleId>
              </a:tblPr>
              <a:tblGrid>
                <a:gridCol w="2684755">
                  <a:extLst>
                    <a:ext uri="{9D8B030D-6E8A-4147-A177-3AD203B41FA5}">
                      <a16:colId xmlns:a16="http://schemas.microsoft.com/office/drawing/2014/main" val="467481988"/>
                    </a:ext>
                  </a:extLst>
                </a:gridCol>
                <a:gridCol w="2684755">
                  <a:extLst>
                    <a:ext uri="{9D8B030D-6E8A-4147-A177-3AD203B41FA5}">
                      <a16:colId xmlns:a16="http://schemas.microsoft.com/office/drawing/2014/main" val="3482044924"/>
                    </a:ext>
                  </a:extLst>
                </a:gridCol>
                <a:gridCol w="2684755">
                  <a:extLst>
                    <a:ext uri="{9D8B030D-6E8A-4147-A177-3AD203B41FA5}">
                      <a16:colId xmlns:a16="http://schemas.microsoft.com/office/drawing/2014/main" val="3402268572"/>
                    </a:ext>
                  </a:extLst>
                </a:gridCol>
              </a:tblGrid>
              <a:tr h="370840">
                <a:tc>
                  <a:txBody>
                    <a:bodyPr/>
                    <a:lstStyle/>
                    <a:p>
                      <a:pPr algn="ctr"/>
                      <a:r>
                        <a:rPr lang="en-US" dirty="0"/>
                        <a:t>Demand</a:t>
                      </a:r>
                    </a:p>
                  </a:txBody>
                  <a:tcPr/>
                </a:tc>
                <a:tc>
                  <a:txBody>
                    <a:bodyPr/>
                    <a:lstStyle/>
                    <a:p>
                      <a:pPr algn="ctr"/>
                      <a:r>
                        <a:rPr lang="en-US" dirty="0"/>
                        <a:t>Frequency</a:t>
                      </a:r>
                    </a:p>
                  </a:txBody>
                  <a:tcPr/>
                </a:tc>
                <a:tc>
                  <a:txBody>
                    <a:bodyPr/>
                    <a:lstStyle/>
                    <a:p>
                      <a:pPr algn="ctr"/>
                      <a:r>
                        <a:rPr lang="en-US" dirty="0"/>
                        <a:t>Probability</a:t>
                      </a:r>
                    </a:p>
                  </a:txBody>
                  <a:tcPr/>
                </a:tc>
                <a:extLst>
                  <a:ext uri="{0D108BD9-81ED-4DB2-BD59-A6C34878D82A}">
                    <a16:rowId xmlns:a16="http://schemas.microsoft.com/office/drawing/2014/main" val="3812384223"/>
                  </a:ext>
                </a:extLst>
              </a:tr>
              <a:tr h="370840">
                <a:tc>
                  <a:txBody>
                    <a:bodyPr/>
                    <a:lstStyle/>
                    <a:p>
                      <a:pPr algn="ctr"/>
                      <a:r>
                        <a:rPr lang="en-US" dirty="0"/>
                        <a:t>100</a:t>
                      </a:r>
                    </a:p>
                  </a:txBody>
                  <a:tcPr/>
                </a:tc>
                <a:tc>
                  <a:txBody>
                    <a:bodyPr/>
                    <a:lstStyle/>
                    <a:p>
                      <a:pPr algn="ctr"/>
                      <a:r>
                        <a:rPr lang="en-US" dirty="0"/>
                        <a:t>20</a:t>
                      </a:r>
                    </a:p>
                  </a:txBody>
                  <a:tcPr/>
                </a:tc>
                <a:tc>
                  <a:txBody>
                    <a:bodyPr/>
                    <a:lstStyle/>
                    <a:p>
                      <a:pPr algn="ctr"/>
                      <a:r>
                        <a:rPr lang="en-US" dirty="0"/>
                        <a:t>20/90 = 0.22</a:t>
                      </a:r>
                    </a:p>
                  </a:txBody>
                  <a:tcPr/>
                </a:tc>
                <a:extLst>
                  <a:ext uri="{0D108BD9-81ED-4DB2-BD59-A6C34878D82A}">
                    <a16:rowId xmlns:a16="http://schemas.microsoft.com/office/drawing/2014/main" val="188444007"/>
                  </a:ext>
                </a:extLst>
              </a:tr>
              <a:tr h="370840">
                <a:tc>
                  <a:txBody>
                    <a:bodyPr/>
                    <a:lstStyle/>
                    <a:p>
                      <a:pPr algn="ctr"/>
                      <a:r>
                        <a:rPr lang="en-US" dirty="0"/>
                        <a:t>200</a:t>
                      </a:r>
                    </a:p>
                  </a:txBody>
                  <a:tcPr/>
                </a:tc>
                <a:tc>
                  <a:txBody>
                    <a:bodyPr/>
                    <a:lstStyle/>
                    <a:p>
                      <a:pPr algn="ctr"/>
                      <a:r>
                        <a:rPr lang="en-US" dirty="0"/>
                        <a:t>25</a:t>
                      </a:r>
                    </a:p>
                  </a:txBody>
                  <a:tcPr/>
                </a:tc>
                <a:tc>
                  <a:txBody>
                    <a:bodyPr/>
                    <a:lstStyle/>
                    <a:p>
                      <a:pPr algn="ctr"/>
                      <a:r>
                        <a:rPr lang="en-US" dirty="0"/>
                        <a:t>25/90 = 0.28</a:t>
                      </a:r>
                    </a:p>
                  </a:txBody>
                  <a:tcPr/>
                </a:tc>
                <a:extLst>
                  <a:ext uri="{0D108BD9-81ED-4DB2-BD59-A6C34878D82A}">
                    <a16:rowId xmlns:a16="http://schemas.microsoft.com/office/drawing/2014/main" val="3232110217"/>
                  </a:ext>
                </a:extLst>
              </a:tr>
              <a:tr h="370840">
                <a:tc>
                  <a:txBody>
                    <a:bodyPr/>
                    <a:lstStyle/>
                    <a:p>
                      <a:pPr algn="ctr"/>
                      <a:r>
                        <a:rPr lang="en-US" dirty="0"/>
                        <a:t>300</a:t>
                      </a:r>
                    </a:p>
                  </a:txBody>
                  <a:tcPr/>
                </a:tc>
                <a:tc>
                  <a:txBody>
                    <a:bodyPr/>
                    <a:lstStyle/>
                    <a:p>
                      <a:pPr algn="ctr"/>
                      <a:r>
                        <a:rPr lang="en-US" dirty="0"/>
                        <a:t>35</a:t>
                      </a:r>
                    </a:p>
                  </a:txBody>
                  <a:tcPr/>
                </a:tc>
                <a:tc>
                  <a:txBody>
                    <a:bodyPr/>
                    <a:lstStyle/>
                    <a:p>
                      <a:pPr algn="ctr"/>
                      <a:r>
                        <a:rPr lang="en-US" dirty="0"/>
                        <a:t>35/90 = 0.39</a:t>
                      </a:r>
                    </a:p>
                  </a:txBody>
                  <a:tcPr/>
                </a:tc>
                <a:extLst>
                  <a:ext uri="{0D108BD9-81ED-4DB2-BD59-A6C34878D82A}">
                    <a16:rowId xmlns:a16="http://schemas.microsoft.com/office/drawing/2014/main" val="1202753180"/>
                  </a:ext>
                </a:extLst>
              </a:tr>
              <a:tr h="370840">
                <a:tc>
                  <a:txBody>
                    <a:bodyPr/>
                    <a:lstStyle/>
                    <a:p>
                      <a:pPr algn="ctr"/>
                      <a:r>
                        <a:rPr lang="en-US" dirty="0"/>
                        <a:t>400</a:t>
                      </a:r>
                    </a:p>
                  </a:txBody>
                  <a:tcPr/>
                </a:tc>
                <a:tc>
                  <a:txBody>
                    <a:bodyPr/>
                    <a:lstStyle/>
                    <a:p>
                      <a:pPr algn="ctr"/>
                      <a:r>
                        <a:rPr lang="en-US" dirty="0"/>
                        <a:t>10</a:t>
                      </a:r>
                    </a:p>
                  </a:txBody>
                  <a:tcPr/>
                </a:tc>
                <a:tc>
                  <a:txBody>
                    <a:bodyPr/>
                    <a:lstStyle/>
                    <a:p>
                      <a:pPr algn="ctr"/>
                      <a:r>
                        <a:rPr lang="en-US" dirty="0"/>
                        <a:t>10/90 = 0.11</a:t>
                      </a:r>
                    </a:p>
                  </a:txBody>
                  <a:tcPr/>
                </a:tc>
                <a:extLst>
                  <a:ext uri="{0D108BD9-81ED-4DB2-BD59-A6C34878D82A}">
                    <a16:rowId xmlns:a16="http://schemas.microsoft.com/office/drawing/2014/main" val="2461948741"/>
                  </a:ext>
                </a:extLst>
              </a:tr>
              <a:tr h="370840">
                <a:tc>
                  <a:txBody>
                    <a:bodyPr/>
                    <a:lstStyle/>
                    <a:p>
                      <a:pPr algn="ctr"/>
                      <a:r>
                        <a:rPr lang="en-US" b="1" dirty="0"/>
                        <a:t>Total</a:t>
                      </a:r>
                    </a:p>
                  </a:txBody>
                  <a:tcPr/>
                </a:tc>
                <a:tc>
                  <a:txBody>
                    <a:bodyPr/>
                    <a:lstStyle/>
                    <a:p>
                      <a:pPr algn="ctr"/>
                      <a:r>
                        <a:rPr lang="en-US" b="1" dirty="0"/>
                        <a:t>90</a:t>
                      </a:r>
                    </a:p>
                  </a:txBody>
                  <a:tcPr/>
                </a:tc>
                <a:tc>
                  <a:txBody>
                    <a:bodyPr/>
                    <a:lstStyle/>
                    <a:p>
                      <a:pPr algn="ctr"/>
                      <a:r>
                        <a:rPr lang="en-US" b="1" dirty="0"/>
                        <a:t>1</a:t>
                      </a:r>
                    </a:p>
                  </a:txBody>
                  <a:tcPr/>
                </a:tc>
                <a:extLst>
                  <a:ext uri="{0D108BD9-81ED-4DB2-BD59-A6C34878D82A}">
                    <a16:rowId xmlns:a16="http://schemas.microsoft.com/office/drawing/2014/main" val="3264100558"/>
                  </a:ext>
                </a:extLst>
              </a:tr>
            </a:tbl>
          </a:graphicData>
        </a:graphic>
      </p:graphicFrame>
    </p:spTree>
    <p:extLst>
      <p:ext uri="{BB962C8B-B14F-4D97-AF65-F5344CB8AC3E}">
        <p14:creationId xmlns:p14="http://schemas.microsoft.com/office/powerpoint/2010/main" val="1785797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361C6-1321-7358-187E-925B0A179103}"/>
              </a:ext>
            </a:extLst>
          </p:cNvPr>
          <p:cNvSpPr>
            <a:spLocks noGrp="1"/>
          </p:cNvSpPr>
          <p:nvPr>
            <p:ph type="title"/>
          </p:nvPr>
        </p:nvSpPr>
        <p:spPr/>
        <p:txBody>
          <a:bodyPr/>
          <a:lstStyle/>
          <a:p>
            <a:r>
              <a:rPr lang="en-US" dirty="0"/>
              <a:t>Generating Random Numbers</a:t>
            </a:r>
          </a:p>
        </p:txBody>
      </p:sp>
      <p:sp>
        <p:nvSpPr>
          <p:cNvPr id="3" name="Slide Number Placeholder 2">
            <a:extLst>
              <a:ext uri="{FF2B5EF4-FFF2-40B4-BE49-F238E27FC236}">
                <a16:creationId xmlns:a16="http://schemas.microsoft.com/office/drawing/2014/main" id="{E7A00D49-C788-8BC2-B9C2-6C618D236448}"/>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4" name="Content Placeholder 3">
            <a:extLst>
              <a:ext uri="{FF2B5EF4-FFF2-40B4-BE49-F238E27FC236}">
                <a16:creationId xmlns:a16="http://schemas.microsoft.com/office/drawing/2014/main" id="{51942DDD-CC83-3156-7485-2C144C0128FA}"/>
              </a:ext>
            </a:extLst>
          </p:cNvPr>
          <p:cNvSpPr>
            <a:spLocks noGrp="1"/>
          </p:cNvSpPr>
          <p:nvPr>
            <p:ph sz="quarter" idx="1"/>
          </p:nvPr>
        </p:nvSpPr>
        <p:spPr/>
        <p:txBody>
          <a:bodyPr/>
          <a:lstStyle/>
          <a:p>
            <a:pPr marL="0" indent="0">
              <a:buNone/>
            </a:pPr>
            <a:r>
              <a:rPr lang="en-US" b="1" dirty="0"/>
              <a:t>Example 6.4: </a:t>
            </a:r>
            <a:r>
              <a:rPr lang="en-US" dirty="0"/>
              <a:t>Generate 20 random observations from the following empirical distribution:</a:t>
            </a:r>
            <a:endParaRPr lang="en-US" b="1" dirty="0"/>
          </a:p>
        </p:txBody>
      </p:sp>
      <p:graphicFrame>
        <p:nvGraphicFramePr>
          <p:cNvPr id="5" name="Table 4">
            <a:extLst>
              <a:ext uri="{FF2B5EF4-FFF2-40B4-BE49-F238E27FC236}">
                <a16:creationId xmlns:a16="http://schemas.microsoft.com/office/drawing/2014/main" id="{4625FFD1-1CFE-959D-F6E3-45968EFBB958}"/>
              </a:ext>
            </a:extLst>
          </p:cNvPr>
          <p:cNvGraphicFramePr>
            <a:graphicFrameLocks noGrp="1"/>
          </p:cNvGraphicFramePr>
          <p:nvPr>
            <p:extLst>
              <p:ext uri="{D42A27DB-BD31-4B8C-83A1-F6EECF244321}">
                <p14:modId xmlns:p14="http://schemas.microsoft.com/office/powerpoint/2010/main" val="911371039"/>
              </p:ext>
            </p:extLst>
          </p:nvPr>
        </p:nvGraphicFramePr>
        <p:xfrm>
          <a:off x="1752600" y="2501900"/>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67481988"/>
                    </a:ext>
                  </a:extLst>
                </a:gridCol>
                <a:gridCol w="3048000">
                  <a:extLst>
                    <a:ext uri="{9D8B030D-6E8A-4147-A177-3AD203B41FA5}">
                      <a16:colId xmlns:a16="http://schemas.microsoft.com/office/drawing/2014/main" val="3482044924"/>
                    </a:ext>
                  </a:extLst>
                </a:gridCol>
              </a:tblGrid>
              <a:tr h="370840">
                <a:tc>
                  <a:txBody>
                    <a:bodyPr/>
                    <a:lstStyle/>
                    <a:p>
                      <a:pPr algn="ctr"/>
                      <a:r>
                        <a:rPr lang="en-US" dirty="0"/>
                        <a:t>Demand</a:t>
                      </a:r>
                    </a:p>
                  </a:txBody>
                  <a:tcPr/>
                </a:tc>
                <a:tc>
                  <a:txBody>
                    <a:bodyPr/>
                    <a:lstStyle/>
                    <a:p>
                      <a:pPr algn="ctr"/>
                      <a:r>
                        <a:rPr lang="en-US" dirty="0"/>
                        <a:t>Frequency</a:t>
                      </a:r>
                    </a:p>
                  </a:txBody>
                  <a:tcPr/>
                </a:tc>
                <a:extLst>
                  <a:ext uri="{0D108BD9-81ED-4DB2-BD59-A6C34878D82A}">
                    <a16:rowId xmlns:a16="http://schemas.microsoft.com/office/drawing/2014/main" val="3812384223"/>
                  </a:ext>
                </a:extLst>
              </a:tr>
              <a:tr h="370840">
                <a:tc>
                  <a:txBody>
                    <a:bodyPr/>
                    <a:lstStyle/>
                    <a:p>
                      <a:pPr algn="ctr"/>
                      <a:r>
                        <a:rPr lang="en-US" dirty="0"/>
                        <a:t>100</a:t>
                      </a:r>
                    </a:p>
                  </a:txBody>
                  <a:tcPr/>
                </a:tc>
                <a:tc>
                  <a:txBody>
                    <a:bodyPr/>
                    <a:lstStyle/>
                    <a:p>
                      <a:pPr algn="ctr"/>
                      <a:r>
                        <a:rPr lang="en-US" dirty="0"/>
                        <a:t>20</a:t>
                      </a:r>
                    </a:p>
                  </a:txBody>
                  <a:tcPr/>
                </a:tc>
                <a:extLst>
                  <a:ext uri="{0D108BD9-81ED-4DB2-BD59-A6C34878D82A}">
                    <a16:rowId xmlns:a16="http://schemas.microsoft.com/office/drawing/2014/main" val="188444007"/>
                  </a:ext>
                </a:extLst>
              </a:tr>
              <a:tr h="370840">
                <a:tc>
                  <a:txBody>
                    <a:bodyPr/>
                    <a:lstStyle/>
                    <a:p>
                      <a:pPr algn="ctr"/>
                      <a:r>
                        <a:rPr lang="en-US" dirty="0"/>
                        <a:t>200</a:t>
                      </a:r>
                    </a:p>
                  </a:txBody>
                  <a:tcPr/>
                </a:tc>
                <a:tc>
                  <a:txBody>
                    <a:bodyPr/>
                    <a:lstStyle/>
                    <a:p>
                      <a:pPr algn="ctr"/>
                      <a:r>
                        <a:rPr lang="en-US" dirty="0"/>
                        <a:t>25</a:t>
                      </a:r>
                    </a:p>
                  </a:txBody>
                  <a:tcPr/>
                </a:tc>
                <a:extLst>
                  <a:ext uri="{0D108BD9-81ED-4DB2-BD59-A6C34878D82A}">
                    <a16:rowId xmlns:a16="http://schemas.microsoft.com/office/drawing/2014/main" val="3232110217"/>
                  </a:ext>
                </a:extLst>
              </a:tr>
              <a:tr h="370840">
                <a:tc>
                  <a:txBody>
                    <a:bodyPr/>
                    <a:lstStyle/>
                    <a:p>
                      <a:pPr algn="ctr"/>
                      <a:r>
                        <a:rPr lang="en-US" dirty="0"/>
                        <a:t>300</a:t>
                      </a:r>
                    </a:p>
                  </a:txBody>
                  <a:tcPr/>
                </a:tc>
                <a:tc>
                  <a:txBody>
                    <a:bodyPr/>
                    <a:lstStyle/>
                    <a:p>
                      <a:pPr algn="ctr"/>
                      <a:r>
                        <a:rPr lang="en-US" dirty="0"/>
                        <a:t>35</a:t>
                      </a:r>
                    </a:p>
                  </a:txBody>
                  <a:tcPr/>
                </a:tc>
                <a:extLst>
                  <a:ext uri="{0D108BD9-81ED-4DB2-BD59-A6C34878D82A}">
                    <a16:rowId xmlns:a16="http://schemas.microsoft.com/office/drawing/2014/main" val="1202753180"/>
                  </a:ext>
                </a:extLst>
              </a:tr>
              <a:tr h="370840">
                <a:tc>
                  <a:txBody>
                    <a:bodyPr/>
                    <a:lstStyle/>
                    <a:p>
                      <a:pPr algn="ctr"/>
                      <a:r>
                        <a:rPr lang="en-US" dirty="0"/>
                        <a:t>400</a:t>
                      </a:r>
                    </a:p>
                  </a:txBody>
                  <a:tcPr/>
                </a:tc>
                <a:tc>
                  <a:txBody>
                    <a:bodyPr/>
                    <a:lstStyle/>
                    <a:p>
                      <a:pPr algn="ctr"/>
                      <a:r>
                        <a:rPr lang="en-US" dirty="0"/>
                        <a:t>10</a:t>
                      </a:r>
                    </a:p>
                  </a:txBody>
                  <a:tcPr/>
                </a:tc>
                <a:extLst>
                  <a:ext uri="{0D108BD9-81ED-4DB2-BD59-A6C34878D82A}">
                    <a16:rowId xmlns:a16="http://schemas.microsoft.com/office/drawing/2014/main" val="2461948741"/>
                  </a:ext>
                </a:extLst>
              </a:tr>
            </a:tbl>
          </a:graphicData>
        </a:graphic>
      </p:graphicFrame>
    </p:spTree>
    <p:extLst>
      <p:ext uri="{BB962C8B-B14F-4D97-AF65-F5344CB8AC3E}">
        <p14:creationId xmlns:p14="http://schemas.microsoft.com/office/powerpoint/2010/main" val="2822806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A468C-0B9A-4578-3F53-05163947AEE3}"/>
              </a:ext>
            </a:extLst>
          </p:cNvPr>
          <p:cNvSpPr>
            <a:spLocks noGrp="1"/>
          </p:cNvSpPr>
          <p:nvPr>
            <p:ph type="title"/>
          </p:nvPr>
        </p:nvSpPr>
        <p:spPr/>
        <p:txBody>
          <a:bodyPr/>
          <a:lstStyle/>
          <a:p>
            <a:r>
              <a:rPr lang="en-US" dirty="0"/>
              <a:t>Generating Random Numbers</a:t>
            </a:r>
          </a:p>
        </p:txBody>
      </p:sp>
      <p:sp>
        <p:nvSpPr>
          <p:cNvPr id="3" name="Slide Number Placeholder 2">
            <a:extLst>
              <a:ext uri="{FF2B5EF4-FFF2-40B4-BE49-F238E27FC236}">
                <a16:creationId xmlns:a16="http://schemas.microsoft.com/office/drawing/2014/main" id="{0AC4137E-A6F8-BC9D-2AEB-3A2F2220E4C5}"/>
              </a:ext>
            </a:extLst>
          </p:cNvPr>
          <p:cNvSpPr>
            <a:spLocks noGrp="1"/>
          </p:cNvSpPr>
          <p:nvPr>
            <p:ph type="sldNum" sz="quarter" idx="12"/>
          </p:nvPr>
        </p:nvSpPr>
        <p:spPr/>
        <p:txBody>
          <a:bodyPr/>
          <a:lstStyle/>
          <a:p>
            <a:fld id="{B6F15528-21DE-4FAA-801E-634DDDAF4B2B}" type="slidenum">
              <a:rPr lang="en-US" smtClean="0"/>
              <a:pPr/>
              <a:t>14</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0F49421-BD18-4FE8-659C-4CAB2DECFE25}"/>
                  </a:ext>
                </a:extLst>
              </p:cNvPr>
              <p:cNvSpPr>
                <a:spLocks noGrp="1"/>
              </p:cNvSpPr>
              <p:nvPr>
                <p:ph sz="quarter" idx="1"/>
              </p:nvPr>
            </p:nvSpPr>
            <p:spPr/>
            <p:txBody>
              <a:bodyPr/>
              <a:lstStyle/>
              <a:p>
                <a:pPr marL="0" indent="0">
                  <a:buNone/>
                </a:pPr>
                <a:r>
                  <a:rPr lang="en-US" b="1" dirty="0"/>
                  <a:t>Example 6.5: </a:t>
                </a:r>
                <a:r>
                  <a:rPr lang="en-US" dirty="0"/>
                  <a:t>Generate 10 random observations from the following the distribution (set the seed equal to 1):</a:t>
                </a:r>
              </a:p>
              <a:p>
                <a:pPr marL="514350" indent="-514350">
                  <a:buAutoNum type="alphaLcParenR"/>
                </a:pPr>
                <a:r>
                  <a:rPr lang="en-US" dirty="0"/>
                  <a:t>Normal with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=15 and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=2</a:t>
                </a:r>
              </a:p>
              <a:p>
                <a:pPr marL="514350" indent="-514350">
                  <a:buAutoNum type="alphaLcParenR"/>
                </a:pPr>
                <a:r>
                  <a:rPr lang="en-US" dirty="0"/>
                  <a:t>Discrete uniform between 5 and 10</a:t>
                </a:r>
              </a:p>
              <a:p>
                <a:pPr marL="514350" indent="-514350">
                  <a:buAutoNum type="alphaLcParenR"/>
                </a:pPr>
                <a:r>
                  <a:rPr lang="en-US" dirty="0"/>
                  <a:t>Empirical distribution:</a:t>
                </a:r>
              </a:p>
            </p:txBody>
          </p:sp>
        </mc:Choice>
        <mc:Fallback xmlns="">
          <p:sp>
            <p:nvSpPr>
              <p:cNvPr id="4" name="Content Placeholder 3">
                <a:extLst>
                  <a:ext uri="{FF2B5EF4-FFF2-40B4-BE49-F238E27FC236}">
                    <a16:creationId xmlns:a16="http://schemas.microsoft.com/office/drawing/2014/main" id="{00F49421-BD18-4FE8-659C-4CAB2DECFE25}"/>
                  </a:ext>
                </a:extLst>
              </p:cNvPr>
              <p:cNvSpPr>
                <a:spLocks noGrp="1" noRot="1" noChangeAspect="1" noMove="1" noResize="1" noEditPoints="1" noAdjustHandles="1" noChangeArrowheads="1" noChangeShapeType="1" noTextEdit="1"/>
              </p:cNvSpPr>
              <p:nvPr>
                <p:ph sz="quarter" idx="1"/>
              </p:nvPr>
            </p:nvSpPr>
            <p:spPr>
              <a:blipFill>
                <a:blip r:embed="rId2"/>
                <a:stretch>
                  <a:fillRect l="-1471" t="-1385" r="-2451"/>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3C648FF0-7FCD-7CA0-A1F2-9F9A193017C3}"/>
              </a:ext>
            </a:extLst>
          </p:cNvPr>
          <p:cNvGraphicFramePr>
            <a:graphicFrameLocks noGrp="1"/>
          </p:cNvGraphicFramePr>
          <p:nvPr>
            <p:extLst>
              <p:ext uri="{D42A27DB-BD31-4B8C-83A1-F6EECF244321}">
                <p14:modId xmlns:p14="http://schemas.microsoft.com/office/powerpoint/2010/main" val="314187481"/>
              </p:ext>
            </p:extLst>
          </p:nvPr>
        </p:nvGraphicFramePr>
        <p:xfrm>
          <a:off x="1619672" y="3933056"/>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67481988"/>
                    </a:ext>
                  </a:extLst>
                </a:gridCol>
                <a:gridCol w="3048000">
                  <a:extLst>
                    <a:ext uri="{9D8B030D-6E8A-4147-A177-3AD203B41FA5}">
                      <a16:colId xmlns:a16="http://schemas.microsoft.com/office/drawing/2014/main" val="3482044924"/>
                    </a:ext>
                  </a:extLst>
                </a:gridCol>
              </a:tblGrid>
              <a:tr h="370840">
                <a:tc>
                  <a:txBody>
                    <a:bodyPr/>
                    <a:lstStyle/>
                    <a:p>
                      <a:pPr algn="ctr"/>
                      <a:r>
                        <a:rPr lang="en-US" dirty="0"/>
                        <a:t>Value</a:t>
                      </a:r>
                    </a:p>
                  </a:txBody>
                  <a:tcPr/>
                </a:tc>
                <a:tc>
                  <a:txBody>
                    <a:bodyPr/>
                    <a:lstStyle/>
                    <a:p>
                      <a:pPr algn="ctr"/>
                      <a:r>
                        <a:rPr lang="en-US" dirty="0"/>
                        <a:t>Frequency</a:t>
                      </a:r>
                    </a:p>
                  </a:txBody>
                  <a:tcPr/>
                </a:tc>
                <a:extLst>
                  <a:ext uri="{0D108BD9-81ED-4DB2-BD59-A6C34878D82A}">
                    <a16:rowId xmlns:a16="http://schemas.microsoft.com/office/drawing/2014/main" val="3812384223"/>
                  </a:ext>
                </a:extLst>
              </a:tr>
              <a:tr h="370840">
                <a:tc>
                  <a:txBody>
                    <a:bodyPr/>
                    <a:lstStyle/>
                    <a:p>
                      <a:pPr algn="ctr"/>
                      <a:r>
                        <a:rPr lang="en-US" dirty="0"/>
                        <a:t>0</a:t>
                      </a:r>
                    </a:p>
                  </a:txBody>
                  <a:tcPr/>
                </a:tc>
                <a:tc>
                  <a:txBody>
                    <a:bodyPr/>
                    <a:lstStyle/>
                    <a:p>
                      <a:pPr algn="ctr"/>
                      <a:r>
                        <a:rPr lang="en-US" dirty="0"/>
                        <a:t>21</a:t>
                      </a:r>
                    </a:p>
                  </a:txBody>
                  <a:tcPr/>
                </a:tc>
                <a:extLst>
                  <a:ext uri="{0D108BD9-81ED-4DB2-BD59-A6C34878D82A}">
                    <a16:rowId xmlns:a16="http://schemas.microsoft.com/office/drawing/2014/main" val="188444007"/>
                  </a:ext>
                </a:extLst>
              </a:tr>
              <a:tr h="370840">
                <a:tc>
                  <a:txBody>
                    <a:bodyPr/>
                    <a:lstStyle/>
                    <a:p>
                      <a:pPr algn="ctr"/>
                      <a:r>
                        <a:rPr lang="en-US" dirty="0"/>
                        <a:t>1</a:t>
                      </a:r>
                    </a:p>
                  </a:txBody>
                  <a:tcPr/>
                </a:tc>
                <a:tc>
                  <a:txBody>
                    <a:bodyPr/>
                    <a:lstStyle/>
                    <a:p>
                      <a:pPr algn="ctr"/>
                      <a:r>
                        <a:rPr lang="en-US" dirty="0"/>
                        <a:t>14</a:t>
                      </a:r>
                    </a:p>
                  </a:txBody>
                  <a:tcPr/>
                </a:tc>
                <a:extLst>
                  <a:ext uri="{0D108BD9-81ED-4DB2-BD59-A6C34878D82A}">
                    <a16:rowId xmlns:a16="http://schemas.microsoft.com/office/drawing/2014/main" val="3232110217"/>
                  </a:ext>
                </a:extLst>
              </a:tr>
              <a:tr h="370840">
                <a:tc>
                  <a:txBody>
                    <a:bodyPr/>
                    <a:lstStyle/>
                    <a:p>
                      <a:pPr algn="ctr"/>
                      <a:r>
                        <a:rPr lang="en-US" dirty="0"/>
                        <a:t>2</a:t>
                      </a:r>
                    </a:p>
                  </a:txBody>
                  <a:tcPr/>
                </a:tc>
                <a:tc>
                  <a:txBody>
                    <a:bodyPr/>
                    <a:lstStyle/>
                    <a:p>
                      <a:pPr algn="ctr"/>
                      <a:r>
                        <a:rPr lang="en-US" dirty="0"/>
                        <a:t>10</a:t>
                      </a:r>
                    </a:p>
                  </a:txBody>
                  <a:tcPr/>
                </a:tc>
                <a:extLst>
                  <a:ext uri="{0D108BD9-81ED-4DB2-BD59-A6C34878D82A}">
                    <a16:rowId xmlns:a16="http://schemas.microsoft.com/office/drawing/2014/main" val="1202753180"/>
                  </a:ext>
                </a:extLst>
              </a:tr>
              <a:tr h="370840">
                <a:tc>
                  <a:txBody>
                    <a:bodyPr/>
                    <a:lstStyle/>
                    <a:p>
                      <a:pPr algn="ctr"/>
                      <a:r>
                        <a:rPr lang="en-US" dirty="0"/>
                        <a:t>3</a:t>
                      </a:r>
                    </a:p>
                  </a:txBody>
                  <a:tcPr/>
                </a:tc>
                <a:tc>
                  <a:txBody>
                    <a:bodyPr/>
                    <a:lstStyle/>
                    <a:p>
                      <a:pPr algn="ctr"/>
                      <a:r>
                        <a:rPr lang="en-US" dirty="0"/>
                        <a:t>6</a:t>
                      </a:r>
                    </a:p>
                  </a:txBody>
                  <a:tcPr/>
                </a:tc>
                <a:extLst>
                  <a:ext uri="{0D108BD9-81ED-4DB2-BD59-A6C34878D82A}">
                    <a16:rowId xmlns:a16="http://schemas.microsoft.com/office/drawing/2014/main" val="2461948741"/>
                  </a:ext>
                </a:extLst>
              </a:tr>
              <a:tr h="370840">
                <a:tc>
                  <a:txBody>
                    <a:bodyPr/>
                    <a:lstStyle/>
                    <a:p>
                      <a:pPr algn="ctr"/>
                      <a:r>
                        <a:rPr lang="en-US" dirty="0"/>
                        <a:t>4</a:t>
                      </a:r>
                    </a:p>
                  </a:txBody>
                  <a:tcPr/>
                </a:tc>
                <a:tc>
                  <a:txBody>
                    <a:bodyPr/>
                    <a:lstStyle/>
                    <a:p>
                      <a:pPr algn="ctr"/>
                      <a:r>
                        <a:rPr lang="en-US" dirty="0"/>
                        <a:t>1</a:t>
                      </a:r>
                    </a:p>
                  </a:txBody>
                  <a:tcPr/>
                </a:tc>
                <a:extLst>
                  <a:ext uri="{0D108BD9-81ED-4DB2-BD59-A6C34878D82A}">
                    <a16:rowId xmlns:a16="http://schemas.microsoft.com/office/drawing/2014/main" val="256040219"/>
                  </a:ext>
                </a:extLst>
              </a:tr>
            </a:tbl>
          </a:graphicData>
        </a:graphic>
      </p:graphicFrame>
    </p:spTree>
    <p:extLst>
      <p:ext uri="{BB962C8B-B14F-4D97-AF65-F5344CB8AC3E}">
        <p14:creationId xmlns:p14="http://schemas.microsoft.com/office/powerpoint/2010/main" val="698567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B7AA-8FDD-0311-1DF0-33C20FD29C20}"/>
              </a:ext>
            </a:extLst>
          </p:cNvPr>
          <p:cNvSpPr>
            <a:spLocks noGrp="1"/>
          </p:cNvSpPr>
          <p:nvPr>
            <p:ph type="title"/>
          </p:nvPr>
        </p:nvSpPr>
        <p:spPr/>
        <p:txBody>
          <a:bodyPr/>
          <a:lstStyle/>
          <a:p>
            <a:r>
              <a:rPr lang="en-US" dirty="0"/>
              <a:t>Monte Carlo Simulation</a:t>
            </a:r>
          </a:p>
        </p:txBody>
      </p:sp>
      <p:sp>
        <p:nvSpPr>
          <p:cNvPr id="3" name="Slide Number Placeholder 2">
            <a:extLst>
              <a:ext uri="{FF2B5EF4-FFF2-40B4-BE49-F238E27FC236}">
                <a16:creationId xmlns:a16="http://schemas.microsoft.com/office/drawing/2014/main" id="{6C790C29-364A-A2A2-9B4A-9B23D3FE85AF}"/>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4" name="Content Placeholder 3">
            <a:extLst>
              <a:ext uri="{FF2B5EF4-FFF2-40B4-BE49-F238E27FC236}">
                <a16:creationId xmlns:a16="http://schemas.microsoft.com/office/drawing/2014/main" id="{29B61015-4773-D287-5FFD-ABE1DBF18ADC}"/>
              </a:ext>
            </a:extLst>
          </p:cNvPr>
          <p:cNvSpPr>
            <a:spLocks noGrp="1"/>
          </p:cNvSpPr>
          <p:nvPr>
            <p:ph sz="quarter" idx="1"/>
          </p:nvPr>
        </p:nvSpPr>
        <p:spPr/>
        <p:txBody>
          <a:bodyPr>
            <a:normAutofit fontScale="92500" lnSpcReduction="10000"/>
          </a:bodyPr>
          <a:lstStyle/>
          <a:p>
            <a:r>
              <a:rPr lang="en-US" dirty="0"/>
              <a:t>Monte Carlo simulation is used to understand the impact of the risk and uncertainty in a wide variety of real-world processes. </a:t>
            </a:r>
          </a:p>
          <a:p>
            <a:pPr marL="514350" indent="-514350">
              <a:buFont typeface="+mj-lt"/>
              <a:buAutoNum type="arabicPeriod"/>
            </a:pPr>
            <a:r>
              <a:rPr lang="en-US" b="1" dirty="0"/>
              <a:t>Data collection: </a:t>
            </a:r>
            <a:r>
              <a:rPr lang="en-US" dirty="0"/>
              <a:t>Gather historical data to make an assumption about the probability distributions. </a:t>
            </a:r>
          </a:p>
          <a:p>
            <a:pPr marL="514350" indent="-514350">
              <a:buFont typeface="+mj-lt"/>
              <a:buAutoNum type="arabicPeriod"/>
            </a:pPr>
            <a:r>
              <a:rPr lang="en-US" b="1" dirty="0"/>
              <a:t>Random number generation: </a:t>
            </a:r>
            <a:r>
              <a:rPr lang="en-US" dirty="0"/>
              <a:t>We use software to generate random numbers.</a:t>
            </a:r>
          </a:p>
          <a:p>
            <a:pPr marL="514350" indent="-514350">
              <a:buFont typeface="+mj-lt"/>
              <a:buAutoNum type="arabicPeriod"/>
            </a:pPr>
            <a:r>
              <a:rPr lang="en-US" b="1" dirty="0"/>
              <a:t>Model formulation: </a:t>
            </a:r>
            <a:r>
              <a:rPr lang="en-US" dirty="0"/>
              <a:t>We construct a quantitative model that represent the relationship among relevant variables.</a:t>
            </a:r>
          </a:p>
          <a:p>
            <a:pPr marL="514350" indent="-514350">
              <a:buFont typeface="+mj-lt"/>
              <a:buAutoNum type="arabicPeriod"/>
            </a:pPr>
            <a:r>
              <a:rPr lang="en-US" b="1" dirty="0"/>
              <a:t>Performing and repeating of the analysis: </a:t>
            </a:r>
            <a:r>
              <a:rPr lang="en-US" dirty="0"/>
              <a:t>We perform and repeat the analysis and examine the results.</a:t>
            </a:r>
          </a:p>
          <a:p>
            <a:pPr marL="514350" indent="-514350">
              <a:buFont typeface="+mj-lt"/>
              <a:buAutoNum type="arabicPeriod"/>
            </a:pPr>
            <a:r>
              <a:rPr lang="en-US" b="1" dirty="0"/>
              <a:t>Interpretation of the results</a:t>
            </a:r>
          </a:p>
        </p:txBody>
      </p:sp>
    </p:spTree>
    <p:extLst>
      <p:ext uri="{BB962C8B-B14F-4D97-AF65-F5344CB8AC3E}">
        <p14:creationId xmlns:p14="http://schemas.microsoft.com/office/powerpoint/2010/main" val="1544335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0DAE-4770-31C6-92E2-D73FAA0F23A4}"/>
              </a:ext>
            </a:extLst>
          </p:cNvPr>
          <p:cNvSpPr>
            <a:spLocks noGrp="1"/>
          </p:cNvSpPr>
          <p:nvPr>
            <p:ph type="title"/>
          </p:nvPr>
        </p:nvSpPr>
        <p:spPr/>
        <p:txBody>
          <a:bodyPr/>
          <a:lstStyle/>
          <a:p>
            <a:r>
              <a:rPr lang="en-US" dirty="0"/>
              <a:t>Monte Carlo Simulation</a:t>
            </a:r>
          </a:p>
        </p:txBody>
      </p:sp>
      <p:sp>
        <p:nvSpPr>
          <p:cNvPr id="3" name="Slide Number Placeholder 2">
            <a:extLst>
              <a:ext uri="{FF2B5EF4-FFF2-40B4-BE49-F238E27FC236}">
                <a16:creationId xmlns:a16="http://schemas.microsoft.com/office/drawing/2014/main" id="{7C3FD567-EEEA-0A36-6BE0-12F2F48E8DB9}"/>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4" name="Content Placeholder 3">
            <a:extLst>
              <a:ext uri="{FF2B5EF4-FFF2-40B4-BE49-F238E27FC236}">
                <a16:creationId xmlns:a16="http://schemas.microsoft.com/office/drawing/2014/main" id="{45D2412F-60C0-9B2C-26F4-203CFC01F26B}"/>
              </a:ext>
            </a:extLst>
          </p:cNvPr>
          <p:cNvSpPr>
            <a:spLocks noGrp="1"/>
          </p:cNvSpPr>
          <p:nvPr>
            <p:ph sz="quarter" idx="1"/>
          </p:nvPr>
        </p:nvSpPr>
        <p:spPr>
          <a:xfrm>
            <a:off x="914400" y="1447800"/>
            <a:ext cx="7772400" cy="5005536"/>
          </a:xfrm>
        </p:spPr>
        <p:txBody>
          <a:bodyPr>
            <a:normAutofit/>
          </a:bodyPr>
          <a:lstStyle/>
          <a:p>
            <a:pPr marL="0" indent="0">
              <a:buNone/>
            </a:pPr>
            <a:r>
              <a:rPr lang="en-US" b="1" dirty="0"/>
              <a:t>Example 6.6: </a:t>
            </a:r>
            <a:r>
              <a:rPr lang="en-US" dirty="0"/>
              <a:t>A manager wants to determine the number of staff that she requires for the production of a product. She obtains relevant demand and cost information from her corporate database, which is summarized below: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Develop a Monte Carlo simulation to examine the profit at each staffing level.</a:t>
            </a:r>
          </a:p>
        </p:txBody>
      </p:sp>
      <p:graphicFrame>
        <p:nvGraphicFramePr>
          <p:cNvPr id="5" name="Table 4">
            <a:extLst>
              <a:ext uri="{FF2B5EF4-FFF2-40B4-BE49-F238E27FC236}">
                <a16:creationId xmlns:a16="http://schemas.microsoft.com/office/drawing/2014/main" id="{FB835090-C93A-305A-0207-C1A868682E7B}"/>
              </a:ext>
            </a:extLst>
          </p:cNvPr>
          <p:cNvGraphicFramePr>
            <a:graphicFrameLocks noGrp="1"/>
          </p:cNvGraphicFramePr>
          <p:nvPr>
            <p:extLst>
              <p:ext uri="{D42A27DB-BD31-4B8C-83A1-F6EECF244321}">
                <p14:modId xmlns:p14="http://schemas.microsoft.com/office/powerpoint/2010/main" val="660753901"/>
              </p:ext>
            </p:extLst>
          </p:nvPr>
        </p:nvGraphicFramePr>
        <p:xfrm>
          <a:off x="732011" y="3220543"/>
          <a:ext cx="7679977" cy="2133600"/>
        </p:xfrm>
        <a:graphic>
          <a:graphicData uri="http://schemas.openxmlformats.org/drawingml/2006/table">
            <a:tbl>
              <a:tblPr firstRow="1" bandRow="1">
                <a:tableStyleId>{5C22544A-7EE6-4342-B048-85BDC9FD1C3A}</a:tableStyleId>
              </a:tblPr>
              <a:tblGrid>
                <a:gridCol w="2852338">
                  <a:extLst>
                    <a:ext uri="{9D8B030D-6E8A-4147-A177-3AD203B41FA5}">
                      <a16:colId xmlns:a16="http://schemas.microsoft.com/office/drawing/2014/main" val="2977792269"/>
                    </a:ext>
                  </a:extLst>
                </a:gridCol>
                <a:gridCol w="4827639">
                  <a:extLst>
                    <a:ext uri="{9D8B030D-6E8A-4147-A177-3AD203B41FA5}">
                      <a16:colId xmlns:a16="http://schemas.microsoft.com/office/drawing/2014/main" val="3680457199"/>
                    </a:ext>
                  </a:extLst>
                </a:gridCol>
              </a:tblGrid>
              <a:tr h="193321">
                <a:tc>
                  <a:txBody>
                    <a:bodyPr/>
                    <a:lstStyle/>
                    <a:p>
                      <a:pPr algn="ctr"/>
                      <a:r>
                        <a:rPr lang="en-US" sz="1400" dirty="0"/>
                        <a:t>Variable</a:t>
                      </a:r>
                    </a:p>
                  </a:txBody>
                  <a:tcPr/>
                </a:tc>
                <a:tc>
                  <a:txBody>
                    <a:bodyPr/>
                    <a:lstStyle/>
                    <a:p>
                      <a:pPr algn="ctr"/>
                      <a:r>
                        <a:rPr lang="en-US" sz="1400" dirty="0"/>
                        <a:t>Assumptions</a:t>
                      </a:r>
                    </a:p>
                  </a:txBody>
                  <a:tcPr/>
                </a:tc>
                <a:extLst>
                  <a:ext uri="{0D108BD9-81ED-4DB2-BD59-A6C34878D82A}">
                    <a16:rowId xmlns:a16="http://schemas.microsoft.com/office/drawing/2014/main" val="1555518547"/>
                  </a:ext>
                </a:extLst>
              </a:tr>
              <a:tr h="193321">
                <a:tc>
                  <a:txBody>
                    <a:bodyPr/>
                    <a:lstStyle/>
                    <a:p>
                      <a:r>
                        <a:rPr lang="en-US" sz="1400" dirty="0"/>
                        <a:t>Weekly demand</a:t>
                      </a:r>
                    </a:p>
                  </a:txBody>
                  <a:tcPr/>
                </a:tc>
                <a:tc>
                  <a:txBody>
                    <a:bodyPr/>
                    <a:lstStyle/>
                    <a:p>
                      <a:r>
                        <a:rPr lang="en-US" sz="1400" dirty="0"/>
                        <a:t>Normal distribution with </a:t>
                      </a:r>
                      <a:r>
                        <a:rPr lang="en-US" sz="1400" i="1" dirty="0"/>
                        <a:t>μ</a:t>
                      </a:r>
                      <a:r>
                        <a:rPr lang="en-US" sz="1400" dirty="0"/>
                        <a:t> = 139 units and </a:t>
                      </a:r>
                      <a:r>
                        <a:rPr lang="en-US" sz="1400" i="1" dirty="0"/>
                        <a:t>σ</a:t>
                      </a:r>
                      <a:r>
                        <a:rPr lang="en-US" sz="1400" dirty="0"/>
                        <a:t> = 14.61 units</a:t>
                      </a:r>
                    </a:p>
                  </a:txBody>
                  <a:tcPr/>
                </a:tc>
                <a:extLst>
                  <a:ext uri="{0D108BD9-81ED-4DB2-BD59-A6C34878D82A}">
                    <a16:rowId xmlns:a16="http://schemas.microsoft.com/office/drawing/2014/main" val="2272987366"/>
                  </a:ext>
                </a:extLst>
              </a:tr>
              <a:tr h="193321">
                <a:tc>
                  <a:txBody>
                    <a:bodyPr/>
                    <a:lstStyle/>
                    <a:p>
                      <a:r>
                        <a:rPr lang="en-US" sz="1400" dirty="0"/>
                        <a:t>Weekly production rate per staff</a:t>
                      </a:r>
                    </a:p>
                  </a:txBody>
                  <a:tcPr/>
                </a:tc>
                <a:tc>
                  <a:txBody>
                    <a:bodyPr/>
                    <a:lstStyle/>
                    <a:p>
                      <a:r>
                        <a:rPr lang="en-US" sz="1400"/>
                        <a:t>Discrete </a:t>
                      </a:r>
                      <a:r>
                        <a:rPr lang="en-US" sz="1400" dirty="0"/>
                        <a:t>uniform distribution between 31 units and 41 units</a:t>
                      </a:r>
                    </a:p>
                  </a:txBody>
                  <a:tcPr/>
                </a:tc>
                <a:extLst>
                  <a:ext uri="{0D108BD9-81ED-4DB2-BD59-A6C34878D82A}">
                    <a16:rowId xmlns:a16="http://schemas.microsoft.com/office/drawing/2014/main" val="2719271487"/>
                  </a:ext>
                </a:extLst>
              </a:tr>
              <a:tr h="193321">
                <a:tc>
                  <a:txBody>
                    <a:bodyPr/>
                    <a:lstStyle/>
                    <a:p>
                      <a:r>
                        <a:rPr lang="en-US" sz="1400" dirty="0"/>
                        <a:t>Selling price per unit</a:t>
                      </a:r>
                    </a:p>
                  </a:txBody>
                  <a:tcPr/>
                </a:tc>
                <a:tc>
                  <a:txBody>
                    <a:bodyPr/>
                    <a:lstStyle/>
                    <a:p>
                      <a:r>
                        <a:rPr lang="en-US" sz="1400" dirty="0"/>
                        <a:t>$50</a:t>
                      </a:r>
                    </a:p>
                  </a:txBody>
                  <a:tcPr/>
                </a:tc>
                <a:extLst>
                  <a:ext uri="{0D108BD9-81ED-4DB2-BD59-A6C34878D82A}">
                    <a16:rowId xmlns:a16="http://schemas.microsoft.com/office/drawing/2014/main" val="13485869"/>
                  </a:ext>
                </a:extLst>
              </a:tr>
              <a:tr h="193321">
                <a:tc>
                  <a:txBody>
                    <a:bodyPr/>
                    <a:lstStyle/>
                    <a:p>
                      <a:r>
                        <a:rPr lang="en-US" sz="1400" dirty="0"/>
                        <a:t>Material cost per unit</a:t>
                      </a:r>
                    </a:p>
                  </a:txBody>
                  <a:tcPr/>
                </a:tc>
                <a:tc>
                  <a:txBody>
                    <a:bodyPr/>
                    <a:lstStyle/>
                    <a:p>
                      <a:r>
                        <a:rPr lang="en-US" sz="1400" dirty="0"/>
                        <a:t>Normal distribution with </a:t>
                      </a:r>
                      <a:r>
                        <a:rPr lang="en-US" sz="1400" i="1" dirty="0"/>
                        <a:t>μ</a:t>
                      </a:r>
                      <a:r>
                        <a:rPr lang="en-US" sz="1400" dirty="0"/>
                        <a:t> = $12 and </a:t>
                      </a:r>
                      <a:r>
                        <a:rPr lang="en-US" sz="1400" i="1" dirty="0"/>
                        <a:t>σ</a:t>
                      </a:r>
                      <a:r>
                        <a:rPr lang="en-US" sz="1400" dirty="0"/>
                        <a:t> = $1.37</a:t>
                      </a:r>
                    </a:p>
                  </a:txBody>
                  <a:tcPr/>
                </a:tc>
                <a:extLst>
                  <a:ext uri="{0D108BD9-81ED-4DB2-BD59-A6C34878D82A}">
                    <a16:rowId xmlns:a16="http://schemas.microsoft.com/office/drawing/2014/main" val="2176220030"/>
                  </a:ext>
                </a:extLst>
              </a:tr>
              <a:tr h="193321">
                <a:tc>
                  <a:txBody>
                    <a:bodyPr/>
                    <a:lstStyle/>
                    <a:p>
                      <a:r>
                        <a:rPr lang="en-US" sz="1400" dirty="0"/>
                        <a:t>Weekly wage per staff</a:t>
                      </a:r>
                    </a:p>
                  </a:txBody>
                  <a:tcPr/>
                </a:tc>
                <a:tc>
                  <a:txBody>
                    <a:bodyPr/>
                    <a:lstStyle/>
                    <a:p>
                      <a:r>
                        <a:rPr lang="en-US" sz="1400" dirty="0"/>
                        <a:t>$700</a:t>
                      </a:r>
                    </a:p>
                  </a:txBody>
                  <a:tcPr/>
                </a:tc>
                <a:extLst>
                  <a:ext uri="{0D108BD9-81ED-4DB2-BD59-A6C34878D82A}">
                    <a16:rowId xmlns:a16="http://schemas.microsoft.com/office/drawing/2014/main" val="2834996022"/>
                  </a:ext>
                </a:extLst>
              </a:tr>
              <a:tr h="193321">
                <a:tc>
                  <a:txBody>
                    <a:bodyPr/>
                    <a:lstStyle/>
                    <a:p>
                      <a:r>
                        <a:rPr lang="en-US" sz="1400" dirty="0"/>
                        <a:t>Overhead cost per week</a:t>
                      </a:r>
                    </a:p>
                  </a:txBody>
                  <a:tcPr/>
                </a:tc>
                <a:tc>
                  <a:txBody>
                    <a:bodyPr/>
                    <a:lstStyle/>
                    <a:p>
                      <a:r>
                        <a:rPr lang="en-US" sz="1400" dirty="0"/>
                        <a:t>$800</a:t>
                      </a:r>
                    </a:p>
                  </a:txBody>
                  <a:tcPr/>
                </a:tc>
                <a:extLst>
                  <a:ext uri="{0D108BD9-81ED-4DB2-BD59-A6C34878D82A}">
                    <a16:rowId xmlns:a16="http://schemas.microsoft.com/office/drawing/2014/main" val="2062258749"/>
                  </a:ext>
                </a:extLst>
              </a:tr>
            </a:tbl>
          </a:graphicData>
        </a:graphic>
      </p:graphicFrame>
    </p:spTree>
    <p:extLst>
      <p:ext uri="{BB962C8B-B14F-4D97-AF65-F5344CB8AC3E}">
        <p14:creationId xmlns:p14="http://schemas.microsoft.com/office/powerpoint/2010/main" val="113475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0DAE-4770-31C6-92E2-D73FAA0F23A4}"/>
              </a:ext>
            </a:extLst>
          </p:cNvPr>
          <p:cNvSpPr>
            <a:spLocks noGrp="1"/>
          </p:cNvSpPr>
          <p:nvPr>
            <p:ph type="title"/>
          </p:nvPr>
        </p:nvSpPr>
        <p:spPr/>
        <p:txBody>
          <a:bodyPr/>
          <a:lstStyle/>
          <a:p>
            <a:r>
              <a:rPr lang="en-US" dirty="0"/>
              <a:t>Monte Carlo Simulation</a:t>
            </a:r>
          </a:p>
        </p:txBody>
      </p:sp>
      <p:sp>
        <p:nvSpPr>
          <p:cNvPr id="3" name="Slide Number Placeholder 2">
            <a:extLst>
              <a:ext uri="{FF2B5EF4-FFF2-40B4-BE49-F238E27FC236}">
                <a16:creationId xmlns:a16="http://schemas.microsoft.com/office/drawing/2014/main" id="{7C3FD567-EEEA-0A36-6BE0-12F2F48E8DB9}"/>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4" name="Content Placeholder 3">
            <a:extLst>
              <a:ext uri="{FF2B5EF4-FFF2-40B4-BE49-F238E27FC236}">
                <a16:creationId xmlns:a16="http://schemas.microsoft.com/office/drawing/2014/main" id="{45D2412F-60C0-9B2C-26F4-203CFC01F26B}"/>
              </a:ext>
            </a:extLst>
          </p:cNvPr>
          <p:cNvSpPr>
            <a:spLocks noGrp="1"/>
          </p:cNvSpPr>
          <p:nvPr>
            <p:ph sz="quarter" idx="1"/>
          </p:nvPr>
        </p:nvSpPr>
        <p:spPr>
          <a:xfrm>
            <a:off x="323528" y="1447800"/>
            <a:ext cx="8568952" cy="5005536"/>
          </a:xfrm>
        </p:spPr>
        <p:txBody>
          <a:bodyPr>
            <a:normAutofit/>
          </a:bodyPr>
          <a:lstStyle/>
          <a:p>
            <a:pPr marL="0" indent="0">
              <a:buNone/>
            </a:pPr>
            <a:r>
              <a:rPr lang="en-US" b="1" dirty="0"/>
              <a:t>Example 6.6: </a:t>
            </a:r>
            <a:r>
              <a:rPr lang="en-US" dirty="0"/>
              <a:t>The profit function is as follows:</a:t>
            </a:r>
          </a:p>
          <a:p>
            <a:pPr marL="0" indent="0">
              <a:buNone/>
            </a:pPr>
            <a:endParaRPr lang="en-US" dirty="0"/>
          </a:p>
          <a:p>
            <a:pPr marL="0" indent="0">
              <a:buNone/>
            </a:pPr>
            <a:r>
              <a:rPr lang="en-US" sz="2000" dirty="0"/>
              <a:t>Profit = price * min{demand, production rate * num. of staff} – overhead</a:t>
            </a:r>
          </a:p>
          <a:p>
            <a:pPr marL="0" indent="0">
              <a:buNone/>
            </a:pPr>
            <a:r>
              <a:rPr lang="en-US" sz="2000" dirty="0"/>
              <a:t>              – (wage * num. of staff) – (production rate * num of staff *material cost)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43245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32D92-FD55-121B-EA3E-C5EAA1744281}"/>
              </a:ext>
            </a:extLst>
          </p:cNvPr>
          <p:cNvSpPr>
            <a:spLocks noGrp="1"/>
          </p:cNvSpPr>
          <p:nvPr>
            <p:ph type="title"/>
          </p:nvPr>
        </p:nvSpPr>
        <p:spPr/>
        <p:txBody>
          <a:bodyPr/>
          <a:lstStyle/>
          <a:p>
            <a:r>
              <a:rPr lang="en-US" dirty="0"/>
              <a:t>Monte Carlo Simulation</a:t>
            </a:r>
          </a:p>
        </p:txBody>
      </p:sp>
      <p:sp>
        <p:nvSpPr>
          <p:cNvPr id="3" name="Slide Number Placeholder 2">
            <a:extLst>
              <a:ext uri="{FF2B5EF4-FFF2-40B4-BE49-F238E27FC236}">
                <a16:creationId xmlns:a16="http://schemas.microsoft.com/office/drawing/2014/main" id="{F35637D3-B3F5-1EEC-84E9-C53FC1DC1602}"/>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4" name="Content Placeholder 3">
            <a:extLst>
              <a:ext uri="{FF2B5EF4-FFF2-40B4-BE49-F238E27FC236}">
                <a16:creationId xmlns:a16="http://schemas.microsoft.com/office/drawing/2014/main" id="{EF88912A-C186-E1E1-8C4F-6C6D5A36B3CB}"/>
              </a:ext>
            </a:extLst>
          </p:cNvPr>
          <p:cNvSpPr>
            <a:spLocks noGrp="1"/>
          </p:cNvSpPr>
          <p:nvPr>
            <p:ph sz="quarter" idx="1"/>
          </p:nvPr>
        </p:nvSpPr>
        <p:spPr/>
        <p:txBody>
          <a:bodyPr>
            <a:normAutofit lnSpcReduction="10000"/>
          </a:bodyPr>
          <a:lstStyle/>
          <a:p>
            <a:pPr marL="0" indent="0">
              <a:buNone/>
            </a:pPr>
            <a:r>
              <a:rPr lang="en-US" b="1" dirty="0"/>
              <a:t>Example 6.7: </a:t>
            </a:r>
            <a:r>
              <a:rPr lang="en-US" dirty="0"/>
              <a:t>An investor wants to invest $300,000 in a portfolio of three mutual funds. The annual fund returns are normally distributed with a mean of 2.00% and standard deviation of 1% for the short-term investment fund, a mean of 5.00% and standard deviation of 4.00% for the intermediate-term fund, and a mean of 6.25% and standard deviation of 6.00% for the long-term fund. An initial plan for the investment allocation is 45% in the short-term fund, 35% in the intermediate-term fund, and 20% in the long-term fund. Develop a Monte Carlo simulation with 100 trials to estimate the mean ending balance after the first year.</a:t>
            </a:r>
            <a:endParaRPr lang="en-US" b="1" dirty="0"/>
          </a:p>
        </p:txBody>
      </p:sp>
    </p:spTree>
    <p:extLst>
      <p:ext uri="{BB962C8B-B14F-4D97-AF65-F5344CB8AC3E}">
        <p14:creationId xmlns:p14="http://schemas.microsoft.com/office/powerpoint/2010/main" val="969224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erations Managemen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Operations Management</Template>
  <TotalTime>5219</TotalTime>
  <Words>1318</Words>
  <Application>Microsoft Macintosh PowerPoint</Application>
  <PresentationFormat>On-screen Show (4:3)</PresentationFormat>
  <Paragraphs>193</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Cambria Math</vt:lpstr>
      <vt:lpstr>Franklin Gothic Book</vt:lpstr>
      <vt:lpstr>Perpetua</vt:lpstr>
      <vt:lpstr>Times New Roman</vt:lpstr>
      <vt:lpstr>Wingdings 2</vt:lpstr>
      <vt:lpstr>Operations Management</vt:lpstr>
      <vt:lpstr>Simulation</vt:lpstr>
      <vt:lpstr>Prescriptive Analytics</vt:lpstr>
      <vt:lpstr>Simulation</vt:lpstr>
      <vt:lpstr>Simulation</vt:lpstr>
      <vt:lpstr>Simulation</vt:lpstr>
      <vt:lpstr>Simulation</vt:lpstr>
      <vt:lpstr>Simulation</vt:lpstr>
      <vt:lpstr>Simulation</vt:lpstr>
      <vt:lpstr>Simulation</vt:lpstr>
      <vt:lpstr>Generating Random Numbers</vt:lpstr>
      <vt:lpstr>Generating Random Numbers</vt:lpstr>
      <vt:lpstr>Generating Random Numbers</vt:lpstr>
      <vt:lpstr>Generating Random Numbers</vt:lpstr>
      <vt:lpstr>Generating Random Numbers</vt:lpstr>
      <vt:lpstr>Monte Carlo Simulation</vt:lpstr>
      <vt:lpstr>Monte Carlo Simulation</vt:lpstr>
      <vt:lpstr>Monte Carlo Simulation</vt:lpstr>
      <vt:lpstr>Monte Carlo Simulation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Management</dc:title>
  <dc:creator>Amir</dc:creator>
  <cp:lastModifiedBy>Amirmohsen Golmohammadi</cp:lastModifiedBy>
  <cp:revision>61</cp:revision>
  <dcterms:created xsi:type="dcterms:W3CDTF">2016-10-30T21:44:55Z</dcterms:created>
  <dcterms:modified xsi:type="dcterms:W3CDTF">2025-11-03T15:56:13Z</dcterms:modified>
</cp:coreProperties>
</file>
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notesMasterIdLst>
    <p:notesMasterId r:id="rId21"/>
  </p:notesMasterIdLst>
  <p:sldIdLst>
    <p:sldId id="1448" r:id="rId2"/>
    <p:sldId id="312" r:id="rId3"/>
    <p:sldId id="313" r:id="rId4"/>
    <p:sldId id="314" r:id="rId5"/>
    <p:sldId id="319" r:id="rId6"/>
    <p:sldId id="320" r:id="rId7"/>
    <p:sldId id="321" r:id="rId8"/>
    <p:sldId id="322" r:id="rId9"/>
    <p:sldId id="1424" r:id="rId10"/>
    <p:sldId id="1450" r:id="rId11"/>
    <p:sldId id="1425" r:id="rId12"/>
    <p:sldId id="1426" r:id="rId13"/>
    <p:sldId id="1451" r:id="rId14"/>
    <p:sldId id="1427" r:id="rId15"/>
    <p:sldId id="1430" r:id="rId16"/>
    <p:sldId id="1454" r:id="rId17"/>
    <p:sldId id="1433" r:id="rId18"/>
    <p:sldId id="1434" r:id="rId19"/>
    <p:sldId id="1455"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3178"/>
    <p:restoredTop sz="89311"/>
  </p:normalViewPr>
  <p:slideViewPr>
    <p:cSldViewPr>
      <p:cViewPr varScale="1">
        <p:scale>
          <a:sx n="110" d="100"/>
          <a:sy n="110" d="100"/>
        </p:scale>
        <p:origin x="864" y="16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irmohsen Golmohammadi" userId="7ce0db84-c3cb-435b-9860-51974a9f0fdd" providerId="ADAL" clId="{C80304CB-6BB9-1442-A3F4-F7D5E5C19ED2}"/>
    <pc:docChg chg="custSel modSld">
      <pc:chgData name="Amirmohsen Golmohammadi" userId="7ce0db84-c3cb-435b-9860-51974a9f0fdd" providerId="ADAL" clId="{C80304CB-6BB9-1442-A3F4-F7D5E5C19ED2}" dt="2025-09-05T15:21:53.578" v="3" actId="20577"/>
      <pc:docMkLst>
        <pc:docMk/>
      </pc:docMkLst>
      <pc:sldChg chg="modSp mod">
        <pc:chgData name="Amirmohsen Golmohammadi" userId="7ce0db84-c3cb-435b-9860-51974a9f0fdd" providerId="ADAL" clId="{C80304CB-6BB9-1442-A3F4-F7D5E5C19ED2}" dt="2025-09-05T15:21:53.578" v="3" actId="20577"/>
        <pc:sldMkLst>
          <pc:docMk/>
          <pc:sldMk cId="355971744" sldId="1427"/>
        </pc:sldMkLst>
        <pc:spChg chg="mod">
          <ac:chgData name="Amirmohsen Golmohammadi" userId="7ce0db84-c3cb-435b-9860-51974a9f0fdd" providerId="ADAL" clId="{C80304CB-6BB9-1442-A3F4-F7D5E5C19ED2}" dt="2025-09-05T15:21:53.578" v="3" actId="20577"/>
          <ac:spMkLst>
            <pc:docMk/>
            <pc:sldMk cId="355971744" sldId="1427"/>
            <ac:spMk id="4" creationId="{46E2AEF7-A583-C09A-2862-8AFC99C3FBF6}"/>
          </ac:spMkLst>
        </pc:spChg>
      </pc:sldChg>
      <pc:sldChg chg="modSp mod">
        <pc:chgData name="Amirmohsen Golmohammadi" userId="7ce0db84-c3cb-435b-9860-51974a9f0fdd" providerId="ADAL" clId="{C80304CB-6BB9-1442-A3F4-F7D5E5C19ED2}" dt="2025-09-05T15:20:47.113" v="2" actId="27636"/>
        <pc:sldMkLst>
          <pc:docMk/>
          <pc:sldMk cId="3005359854" sldId="1430"/>
        </pc:sldMkLst>
        <pc:spChg chg="mod">
          <ac:chgData name="Amirmohsen Golmohammadi" userId="7ce0db84-c3cb-435b-9860-51974a9f0fdd" providerId="ADAL" clId="{C80304CB-6BB9-1442-A3F4-F7D5E5C19ED2}" dt="2025-09-05T15:20:47.113" v="2" actId="27636"/>
          <ac:spMkLst>
            <pc:docMk/>
            <pc:sldMk cId="3005359854" sldId="1430"/>
            <ac:spMk id="4" creationId="{36CDBDCD-BC5C-1A9B-9179-362514959C01}"/>
          </ac:spMkLst>
        </pc:spChg>
      </pc:sldChg>
      <pc:sldChg chg="modSp mod">
        <pc:chgData name="Amirmohsen Golmohammadi" userId="7ce0db84-c3cb-435b-9860-51974a9f0fdd" providerId="ADAL" clId="{C80304CB-6BB9-1442-A3F4-F7D5E5C19ED2}" dt="2025-09-05T15:07:34.213" v="0" actId="20577"/>
        <pc:sldMkLst>
          <pc:docMk/>
          <pc:sldMk cId="1748064939" sldId="1450"/>
        </pc:sldMkLst>
        <pc:spChg chg="mod">
          <ac:chgData name="Amirmohsen Golmohammadi" userId="7ce0db84-c3cb-435b-9860-51974a9f0fdd" providerId="ADAL" clId="{C80304CB-6BB9-1442-A3F4-F7D5E5C19ED2}" dt="2025-09-05T15:07:34.213" v="0" actId="20577"/>
          <ac:spMkLst>
            <pc:docMk/>
            <pc:sldMk cId="1748064939" sldId="1450"/>
            <ac:spMk id="3" creationId="{00000000-0000-0000-0000-000000000000}"/>
          </ac:spMkLst>
        </pc:spChg>
      </pc:sldChg>
    </pc:docChg>
  </pc:docChgLst>
  <pc:docChgLst>
    <pc:chgData name="Amirmohsen Golmohammadi" userId="7ce0db84-c3cb-435b-9860-51974a9f0fdd" providerId="ADAL" clId="{EFC81B60-754E-1746-A8D8-61F37FAD1146}"/>
    <pc:docChg chg="undo custSel delSld modSld">
      <pc:chgData name="Amirmohsen Golmohammadi" userId="7ce0db84-c3cb-435b-9860-51974a9f0fdd" providerId="ADAL" clId="{EFC81B60-754E-1746-A8D8-61F37FAD1146}" dt="2025-09-09T18:22:52.419" v="476" actId="20577"/>
      <pc:docMkLst>
        <pc:docMk/>
      </pc:docMkLst>
      <pc:sldChg chg="modSp mod">
        <pc:chgData name="Amirmohsen Golmohammadi" userId="7ce0db84-c3cb-435b-9860-51974a9f0fdd" providerId="ADAL" clId="{EFC81B60-754E-1746-A8D8-61F37FAD1146}" dt="2025-09-07T15:52:14.969" v="7" actId="20577"/>
        <pc:sldMkLst>
          <pc:docMk/>
          <pc:sldMk cId="3260799997" sldId="313"/>
        </pc:sldMkLst>
        <pc:spChg chg="mod">
          <ac:chgData name="Amirmohsen Golmohammadi" userId="7ce0db84-c3cb-435b-9860-51974a9f0fdd" providerId="ADAL" clId="{EFC81B60-754E-1746-A8D8-61F37FAD1146}" dt="2025-09-07T15:52:14.969" v="7" actId="20577"/>
          <ac:spMkLst>
            <pc:docMk/>
            <pc:sldMk cId="3260799997" sldId="313"/>
            <ac:spMk id="4" creationId="{D94D898A-8994-4C1E-B7BC-77ED4E69657A}"/>
          </ac:spMkLst>
        </pc:spChg>
      </pc:sldChg>
      <pc:sldChg chg="modSp mod">
        <pc:chgData name="Amirmohsen Golmohammadi" userId="7ce0db84-c3cb-435b-9860-51974a9f0fdd" providerId="ADAL" clId="{EFC81B60-754E-1746-A8D8-61F37FAD1146}" dt="2025-09-08T18:35:16.564" v="463" actId="20577"/>
        <pc:sldMkLst>
          <pc:docMk/>
          <pc:sldMk cId="2411589764" sldId="319"/>
        </pc:sldMkLst>
        <pc:spChg chg="mod">
          <ac:chgData name="Amirmohsen Golmohammadi" userId="7ce0db84-c3cb-435b-9860-51974a9f0fdd" providerId="ADAL" clId="{EFC81B60-754E-1746-A8D8-61F37FAD1146}" dt="2025-09-08T18:35:16.564" v="463" actId="20577"/>
          <ac:spMkLst>
            <pc:docMk/>
            <pc:sldMk cId="2411589764" sldId="319"/>
            <ac:spMk id="4" creationId="{D94D898A-8994-4C1E-B7BC-77ED4E69657A}"/>
          </ac:spMkLst>
        </pc:spChg>
      </pc:sldChg>
      <pc:sldChg chg="modSp mod">
        <pc:chgData name="Amirmohsen Golmohammadi" userId="7ce0db84-c3cb-435b-9860-51974a9f0fdd" providerId="ADAL" clId="{EFC81B60-754E-1746-A8D8-61F37FAD1146}" dt="2025-09-07T19:32:45.995" v="228" actId="20577"/>
        <pc:sldMkLst>
          <pc:docMk/>
          <pc:sldMk cId="3586625248" sldId="321"/>
        </pc:sldMkLst>
        <pc:spChg chg="mod">
          <ac:chgData name="Amirmohsen Golmohammadi" userId="7ce0db84-c3cb-435b-9860-51974a9f0fdd" providerId="ADAL" clId="{EFC81B60-754E-1746-A8D8-61F37FAD1146}" dt="2025-09-07T19:32:45.995" v="228" actId="20577"/>
          <ac:spMkLst>
            <pc:docMk/>
            <pc:sldMk cId="3586625248" sldId="321"/>
            <ac:spMk id="4" creationId="{36CDBDCD-BC5C-1A9B-9179-362514959C01}"/>
          </ac:spMkLst>
        </pc:spChg>
      </pc:sldChg>
      <pc:sldChg chg="modSp mod">
        <pc:chgData name="Amirmohsen Golmohammadi" userId="7ce0db84-c3cb-435b-9860-51974a9f0fdd" providerId="ADAL" clId="{EFC81B60-754E-1746-A8D8-61F37FAD1146}" dt="2025-09-07T19:55:27.793" v="246" actId="20577"/>
        <pc:sldMkLst>
          <pc:docMk/>
          <pc:sldMk cId="2781457038" sldId="1424"/>
        </pc:sldMkLst>
        <pc:spChg chg="mod">
          <ac:chgData name="Amirmohsen Golmohammadi" userId="7ce0db84-c3cb-435b-9860-51974a9f0fdd" providerId="ADAL" clId="{EFC81B60-754E-1746-A8D8-61F37FAD1146}" dt="2025-09-07T19:55:27.793" v="246" actId="20577"/>
          <ac:spMkLst>
            <pc:docMk/>
            <pc:sldMk cId="2781457038" sldId="1424"/>
            <ac:spMk id="3" creationId="{00000000-0000-0000-0000-000000000000}"/>
          </ac:spMkLst>
        </pc:spChg>
      </pc:sldChg>
      <pc:sldChg chg="modSp mod">
        <pc:chgData name="Amirmohsen Golmohammadi" userId="7ce0db84-c3cb-435b-9860-51974a9f0fdd" providerId="ADAL" clId="{EFC81B60-754E-1746-A8D8-61F37FAD1146}" dt="2025-09-07T20:28:34.476" v="405" actId="20577"/>
        <pc:sldMkLst>
          <pc:docMk/>
          <pc:sldMk cId="562525620" sldId="1426"/>
        </pc:sldMkLst>
        <pc:spChg chg="mod">
          <ac:chgData name="Amirmohsen Golmohammadi" userId="7ce0db84-c3cb-435b-9860-51974a9f0fdd" providerId="ADAL" clId="{EFC81B60-754E-1746-A8D8-61F37FAD1146}" dt="2025-09-07T20:28:34.476" v="405" actId="20577"/>
          <ac:spMkLst>
            <pc:docMk/>
            <pc:sldMk cId="562525620" sldId="1426"/>
            <ac:spMk id="4" creationId="{36CDBDCD-BC5C-1A9B-9179-362514959C01}"/>
          </ac:spMkLst>
        </pc:spChg>
      </pc:sldChg>
      <pc:sldChg chg="modSp mod">
        <pc:chgData name="Amirmohsen Golmohammadi" userId="7ce0db84-c3cb-435b-9860-51974a9f0fdd" providerId="ADAL" clId="{EFC81B60-754E-1746-A8D8-61F37FAD1146}" dt="2025-09-07T20:33:16.961" v="406" actId="20577"/>
        <pc:sldMkLst>
          <pc:docMk/>
          <pc:sldMk cId="355971744" sldId="1427"/>
        </pc:sldMkLst>
        <pc:spChg chg="mod">
          <ac:chgData name="Amirmohsen Golmohammadi" userId="7ce0db84-c3cb-435b-9860-51974a9f0fdd" providerId="ADAL" clId="{EFC81B60-754E-1746-A8D8-61F37FAD1146}" dt="2025-09-07T20:33:16.961" v="406" actId="20577"/>
          <ac:spMkLst>
            <pc:docMk/>
            <pc:sldMk cId="355971744" sldId="1427"/>
            <ac:spMk id="4" creationId="{46E2AEF7-A583-C09A-2862-8AFC99C3FBF6}"/>
          </ac:spMkLst>
        </pc:spChg>
      </pc:sldChg>
      <pc:sldChg chg="modSp mod">
        <pc:chgData name="Amirmohsen Golmohammadi" userId="7ce0db84-c3cb-435b-9860-51974a9f0fdd" providerId="ADAL" clId="{EFC81B60-754E-1746-A8D8-61F37FAD1146}" dt="2025-09-07T20:33:45.134" v="434" actId="20577"/>
        <pc:sldMkLst>
          <pc:docMk/>
          <pc:sldMk cId="3005359854" sldId="1430"/>
        </pc:sldMkLst>
        <pc:spChg chg="mod">
          <ac:chgData name="Amirmohsen Golmohammadi" userId="7ce0db84-c3cb-435b-9860-51974a9f0fdd" providerId="ADAL" clId="{EFC81B60-754E-1746-A8D8-61F37FAD1146}" dt="2025-09-07T20:33:45.134" v="434" actId="20577"/>
          <ac:spMkLst>
            <pc:docMk/>
            <pc:sldMk cId="3005359854" sldId="1430"/>
            <ac:spMk id="4" creationId="{36CDBDCD-BC5C-1A9B-9179-362514959C01}"/>
          </ac:spMkLst>
        </pc:spChg>
      </pc:sldChg>
      <pc:sldChg chg="del">
        <pc:chgData name="Amirmohsen Golmohammadi" userId="7ce0db84-c3cb-435b-9860-51974a9f0fdd" providerId="ADAL" clId="{EFC81B60-754E-1746-A8D8-61F37FAD1146}" dt="2025-09-07T20:49:31.517" v="445" actId="2696"/>
        <pc:sldMkLst>
          <pc:docMk/>
          <pc:sldMk cId="389984882" sldId="1431"/>
        </pc:sldMkLst>
      </pc:sldChg>
      <pc:sldChg chg="modSp mod">
        <pc:chgData name="Amirmohsen Golmohammadi" userId="7ce0db84-c3cb-435b-9860-51974a9f0fdd" providerId="ADAL" clId="{EFC81B60-754E-1746-A8D8-61F37FAD1146}" dt="2025-09-07T20:49:26.728" v="444" actId="27636"/>
        <pc:sldMkLst>
          <pc:docMk/>
          <pc:sldMk cId="416103918" sldId="1433"/>
        </pc:sldMkLst>
        <pc:spChg chg="mod">
          <ac:chgData name="Amirmohsen Golmohammadi" userId="7ce0db84-c3cb-435b-9860-51974a9f0fdd" providerId="ADAL" clId="{EFC81B60-754E-1746-A8D8-61F37FAD1146}" dt="2025-09-07T20:49:26.728" v="444" actId="27636"/>
          <ac:spMkLst>
            <pc:docMk/>
            <pc:sldMk cId="416103918" sldId="1433"/>
            <ac:spMk id="4" creationId="{D016E8A4-0A0B-7D16-A803-E2B129490CC3}"/>
          </ac:spMkLst>
        </pc:spChg>
      </pc:sldChg>
      <pc:sldChg chg="modSp mod">
        <pc:chgData name="Amirmohsen Golmohammadi" userId="7ce0db84-c3cb-435b-9860-51974a9f0fdd" providerId="ADAL" clId="{EFC81B60-754E-1746-A8D8-61F37FAD1146}" dt="2025-09-09T18:22:52.419" v="476" actId="20577"/>
        <pc:sldMkLst>
          <pc:docMk/>
          <pc:sldMk cId="1748064939" sldId="1450"/>
        </pc:sldMkLst>
        <pc:spChg chg="mod">
          <ac:chgData name="Amirmohsen Golmohammadi" userId="7ce0db84-c3cb-435b-9860-51974a9f0fdd" providerId="ADAL" clId="{EFC81B60-754E-1746-A8D8-61F37FAD1146}" dt="2025-09-09T18:22:52.419" v="476" actId="20577"/>
          <ac:spMkLst>
            <pc:docMk/>
            <pc:sldMk cId="1748064939" sldId="1450"/>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5D66A9A-16AD-4618-924D-B9BC32209995}" type="datetimeFigureOut">
              <a:rPr lang="en-CA" smtClean="0"/>
              <a:t>2025-09-09</a:t>
            </a:fld>
            <a:endParaRPr lang="en-CA"/>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9C66ADF-CD7C-484F-ACCD-98481CFD3C5C}" type="slidenum">
              <a:rPr lang="en-CA" smtClean="0"/>
              <a:t>‹#›</a:t>
            </a:fld>
            <a:endParaRPr lang="en-CA"/>
          </a:p>
        </p:txBody>
      </p:sp>
    </p:spTree>
    <p:extLst>
      <p:ext uri="{BB962C8B-B14F-4D97-AF65-F5344CB8AC3E}">
        <p14:creationId xmlns:p14="http://schemas.microsoft.com/office/powerpoint/2010/main" val="9791324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C66ADF-CD7C-484F-ACCD-98481CFD3C5C}" type="slidenum">
              <a:rPr lang="en-CA" smtClean="0"/>
              <a:t>1</a:t>
            </a:fld>
            <a:endParaRPr lang="en-CA"/>
          </a:p>
        </p:txBody>
      </p:sp>
    </p:spTree>
    <p:extLst>
      <p:ext uri="{BB962C8B-B14F-4D97-AF65-F5344CB8AC3E}">
        <p14:creationId xmlns:p14="http://schemas.microsoft.com/office/powerpoint/2010/main" val="10213558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C66ADF-CD7C-484F-ACCD-98481CFD3C5C}" type="slidenum">
              <a:rPr lang="en-CA" smtClean="0"/>
              <a:t>8</a:t>
            </a:fld>
            <a:endParaRPr lang="en-CA"/>
          </a:p>
        </p:txBody>
      </p:sp>
    </p:spTree>
    <p:extLst>
      <p:ext uri="{BB962C8B-B14F-4D97-AF65-F5344CB8AC3E}">
        <p14:creationId xmlns:p14="http://schemas.microsoft.com/office/powerpoint/2010/main" val="300043171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B6F15528-21DE-4FAA-801E-634DDDAF4B2B}"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pic>
        <p:nvPicPr>
          <p:cNvPr id="2" name="Picture 2" descr="Ontario Tech University – OUInfo">
            <a:extLst>
              <a:ext uri="{FF2B5EF4-FFF2-40B4-BE49-F238E27FC236}">
                <a16:creationId xmlns:a16="http://schemas.microsoft.com/office/drawing/2014/main" id="{A7FBD20D-25EF-CE9F-DF7C-0222E673860F}"/>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5470" t="18786" r="7182" b="18369"/>
          <a:stretch/>
        </p:blipFill>
        <p:spPr bwMode="auto">
          <a:xfrm>
            <a:off x="2699792" y="5229200"/>
            <a:ext cx="3672408" cy="936104"/>
          </a:xfrm>
          <a:prstGeom prst="rect">
            <a:avLst/>
          </a:prstGeom>
          <a:noFill/>
          <a:extLst>
            <a:ext uri="{909E8E84-426E-40DD-AFC4-6F175D3DCCD1}">
              <a14:hiddenFill xmlns:a14="http://schemas.microsoft.com/office/drawing/2010/main">
                <a:solidFill>
                  <a:srgbClr val="FFFFFF"/>
                </a:solidFill>
              </a14:hiddenFill>
            </a:ext>
          </a:extLst>
        </p:spPr>
      </p:pic>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sz="2400"/>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sz="2400"/>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092531093"/>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632288" y="-114482"/>
            <a:ext cx="7772400" cy="1143000"/>
          </a:xfrm>
          <a:prstGeom prst="rect">
            <a:avLst/>
          </a:prstGeom>
        </p:spPr>
        <p:txBody>
          <a:bodyPr bIns="91440" anchor="b" anchorCtr="0">
            <a:normAutofit/>
          </a:bodyPr>
          <a:lstStyle/>
          <a:p>
            <a:r>
              <a:rPr kumimoji="0" lang="en-US"/>
              <a:t>Click to edit Master title style</a:t>
            </a:r>
            <a:endParaRPr kumimoji="0" lang="en-US" dirty="0"/>
          </a:p>
        </p:txBody>
      </p:sp>
      <p:sp>
        <p:nvSpPr>
          <p:cNvPr id="13" name="Text Placeholder 12"/>
          <p:cNvSpPr>
            <a:spLocks noGrp="1"/>
          </p:cNvSpPr>
          <p:nvPr>
            <p:ph type="body" idx="1"/>
          </p:nvPr>
        </p:nvSpPr>
        <p:spPr>
          <a:xfrm>
            <a:off x="611560" y="1447800"/>
            <a:ext cx="8075240" cy="4789512"/>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endParaRPr kumimoji="0" lang="en-US" dirty="0"/>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B6F15528-21DE-4FAA-801E-634DDDAF4B2B}" type="slidenum">
              <a:rPr lang="en-US" smtClean="0"/>
              <a:pPr/>
              <a:t>‹#›</a:t>
            </a:fld>
            <a:endParaRPr lang="en-US"/>
          </a:p>
        </p:txBody>
      </p:sp>
      <p:pic>
        <p:nvPicPr>
          <p:cNvPr id="2" name="Picture 2" descr="Ontario Tech University – OUInfo">
            <a:extLst>
              <a:ext uri="{FF2B5EF4-FFF2-40B4-BE49-F238E27FC236}">
                <a16:creationId xmlns:a16="http://schemas.microsoft.com/office/drawing/2014/main" id="{08C38C11-CD61-8F76-D948-FBEE34CB78CB}"/>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6060864" y="237208"/>
            <a:ext cx="2687600" cy="952179"/>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Lst>
  <p:hf hdr="0" ftr="0" dt="0"/>
  <p:txStyles>
    <p:titleStyle>
      <a:lvl1pPr algn="l" rtl="0" eaLnBrk="1" latinLnBrk="0" hangingPunct="1">
        <a:spcBef>
          <a:spcPct val="0"/>
        </a:spcBef>
        <a:buNone/>
        <a:defRPr kumimoji="0" sz="3200" kern="1200">
          <a:solidFill>
            <a:srgbClr val="7030A0"/>
          </a:solidFill>
          <a:latin typeface="Times New Roman" panose="02020603050405020304" pitchFamily="18" charset="0"/>
          <a:ea typeface="+mj-ea"/>
          <a:cs typeface="Times New Roman" panose="02020603050405020304" pitchFamily="18" charset="0"/>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Times New Roman" panose="02020603050405020304" pitchFamily="18" charset="0"/>
          <a:ea typeface="+mn-ea"/>
          <a:cs typeface="Times New Roman" panose="02020603050405020304" pitchFamily="18" charset="0"/>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Times New Roman" panose="02020603050405020304" pitchFamily="18" charset="0"/>
          <a:ea typeface="+mn-ea"/>
          <a:cs typeface="Times New Roman" panose="02020603050405020304" pitchFamily="18" charset="0"/>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Times New Roman" panose="02020603050405020304" pitchFamily="18" charset="0"/>
          <a:ea typeface="+mn-ea"/>
          <a:cs typeface="Times New Roman" panose="02020603050405020304" pitchFamily="18" charset="0"/>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Times New Roman" panose="02020603050405020304" pitchFamily="18" charset="0"/>
          <a:ea typeface="+mn-ea"/>
          <a:cs typeface="Times New Roman" panose="02020603050405020304" pitchFamily="18" charset="0"/>
        </a:defRPr>
      </a:lvl4pPr>
      <a:lvl5pPr marL="1371600" indent="-228600" algn="l" rtl="0" eaLnBrk="1" latinLnBrk="0" hangingPunct="1">
        <a:spcBef>
          <a:spcPts val="370"/>
        </a:spcBef>
        <a:buClr>
          <a:schemeClr val="accent3"/>
        </a:buClr>
        <a:buFontTx/>
        <a:buChar char="o"/>
        <a:defRPr kumimoji="0" sz="2000" kern="1200">
          <a:solidFill>
            <a:schemeClr val="tx1"/>
          </a:solidFill>
          <a:latin typeface="Times New Roman" panose="02020603050405020304" pitchFamily="18" charset="0"/>
          <a:ea typeface="+mn-ea"/>
          <a:cs typeface="Times New Roman" panose="02020603050405020304" pitchFamily="18" charset="0"/>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3" Type="http://schemas.openxmlformats.org/officeDocument/2006/relationships/image" Target="../media/image8.wmf"/><Relationship Id="rId18" Type="http://schemas.openxmlformats.org/officeDocument/2006/relationships/oleObject" Target="../embeddings/oleObject9.bin"/><Relationship Id="rId26" Type="http://schemas.openxmlformats.org/officeDocument/2006/relationships/oleObject" Target="../embeddings/oleObject13.bin"/><Relationship Id="rId39" Type="http://schemas.openxmlformats.org/officeDocument/2006/relationships/image" Target="../media/image21.wmf"/><Relationship Id="rId21" Type="http://schemas.openxmlformats.org/officeDocument/2006/relationships/image" Target="../media/image12.wmf"/><Relationship Id="rId34" Type="http://schemas.openxmlformats.org/officeDocument/2006/relationships/oleObject" Target="../embeddings/oleObject17.bin"/><Relationship Id="rId42" Type="http://schemas.openxmlformats.org/officeDocument/2006/relationships/oleObject" Target="../embeddings/oleObject21.bin"/><Relationship Id="rId47" Type="http://schemas.openxmlformats.org/officeDocument/2006/relationships/image" Target="../media/image25.wmf"/><Relationship Id="rId7" Type="http://schemas.openxmlformats.org/officeDocument/2006/relationships/image" Target="../media/image5.wmf"/><Relationship Id="rId2" Type="http://schemas.openxmlformats.org/officeDocument/2006/relationships/oleObject" Target="../embeddings/oleObject1.bin"/><Relationship Id="rId16" Type="http://schemas.openxmlformats.org/officeDocument/2006/relationships/oleObject" Target="../embeddings/oleObject8.bin"/><Relationship Id="rId29" Type="http://schemas.openxmlformats.org/officeDocument/2006/relationships/image" Target="../media/image16.wmf"/><Relationship Id="rId11" Type="http://schemas.openxmlformats.org/officeDocument/2006/relationships/image" Target="../media/image7.wmf"/><Relationship Id="rId24" Type="http://schemas.openxmlformats.org/officeDocument/2006/relationships/oleObject" Target="../embeddings/oleObject12.bin"/><Relationship Id="rId32" Type="http://schemas.openxmlformats.org/officeDocument/2006/relationships/oleObject" Target="../embeddings/oleObject16.bin"/><Relationship Id="rId37" Type="http://schemas.openxmlformats.org/officeDocument/2006/relationships/image" Target="../media/image20.wmf"/><Relationship Id="rId40" Type="http://schemas.openxmlformats.org/officeDocument/2006/relationships/oleObject" Target="../embeddings/oleObject20.bin"/><Relationship Id="rId45" Type="http://schemas.openxmlformats.org/officeDocument/2006/relationships/image" Target="../media/image24.wmf"/><Relationship Id="rId5" Type="http://schemas.openxmlformats.org/officeDocument/2006/relationships/image" Target="../media/image4.wmf"/><Relationship Id="rId15" Type="http://schemas.openxmlformats.org/officeDocument/2006/relationships/image" Target="../media/image9.wmf"/><Relationship Id="rId23" Type="http://schemas.openxmlformats.org/officeDocument/2006/relationships/image" Target="../media/image13.wmf"/><Relationship Id="rId28" Type="http://schemas.openxmlformats.org/officeDocument/2006/relationships/oleObject" Target="../embeddings/oleObject14.bin"/><Relationship Id="rId36" Type="http://schemas.openxmlformats.org/officeDocument/2006/relationships/oleObject" Target="../embeddings/oleObject18.bin"/><Relationship Id="rId49" Type="http://schemas.openxmlformats.org/officeDocument/2006/relationships/image" Target="../media/image26.wmf"/><Relationship Id="rId10" Type="http://schemas.openxmlformats.org/officeDocument/2006/relationships/oleObject" Target="../embeddings/oleObject5.bin"/><Relationship Id="rId19" Type="http://schemas.openxmlformats.org/officeDocument/2006/relationships/image" Target="../media/image11.wmf"/><Relationship Id="rId31" Type="http://schemas.openxmlformats.org/officeDocument/2006/relationships/image" Target="../media/image17.wmf"/><Relationship Id="rId44" Type="http://schemas.openxmlformats.org/officeDocument/2006/relationships/oleObject" Target="../embeddings/oleObject22.bin"/><Relationship Id="rId4" Type="http://schemas.openxmlformats.org/officeDocument/2006/relationships/oleObject" Target="../embeddings/oleObject2.bin"/><Relationship Id="rId9" Type="http://schemas.openxmlformats.org/officeDocument/2006/relationships/image" Target="../media/image6.wmf"/><Relationship Id="rId14" Type="http://schemas.openxmlformats.org/officeDocument/2006/relationships/oleObject" Target="../embeddings/oleObject7.bin"/><Relationship Id="rId22" Type="http://schemas.openxmlformats.org/officeDocument/2006/relationships/oleObject" Target="../embeddings/oleObject11.bin"/><Relationship Id="rId27" Type="http://schemas.openxmlformats.org/officeDocument/2006/relationships/image" Target="../media/image15.wmf"/><Relationship Id="rId30" Type="http://schemas.openxmlformats.org/officeDocument/2006/relationships/oleObject" Target="../embeddings/oleObject15.bin"/><Relationship Id="rId35" Type="http://schemas.openxmlformats.org/officeDocument/2006/relationships/image" Target="../media/image19.wmf"/><Relationship Id="rId43" Type="http://schemas.openxmlformats.org/officeDocument/2006/relationships/image" Target="../media/image23.wmf"/><Relationship Id="rId48" Type="http://schemas.openxmlformats.org/officeDocument/2006/relationships/oleObject" Target="../embeddings/oleObject24.bin"/><Relationship Id="rId8" Type="http://schemas.openxmlformats.org/officeDocument/2006/relationships/oleObject" Target="../embeddings/oleObject4.bin"/><Relationship Id="rId3" Type="http://schemas.openxmlformats.org/officeDocument/2006/relationships/image" Target="../media/image3.wmf"/><Relationship Id="rId12" Type="http://schemas.openxmlformats.org/officeDocument/2006/relationships/oleObject" Target="../embeddings/oleObject6.bin"/><Relationship Id="rId17" Type="http://schemas.openxmlformats.org/officeDocument/2006/relationships/image" Target="../media/image10.wmf"/><Relationship Id="rId25" Type="http://schemas.openxmlformats.org/officeDocument/2006/relationships/image" Target="../media/image14.wmf"/><Relationship Id="rId33" Type="http://schemas.openxmlformats.org/officeDocument/2006/relationships/image" Target="../media/image18.wmf"/><Relationship Id="rId38" Type="http://schemas.openxmlformats.org/officeDocument/2006/relationships/oleObject" Target="../embeddings/oleObject19.bin"/><Relationship Id="rId46" Type="http://schemas.openxmlformats.org/officeDocument/2006/relationships/oleObject" Target="../embeddings/oleObject23.bin"/><Relationship Id="rId20" Type="http://schemas.openxmlformats.org/officeDocument/2006/relationships/oleObject" Target="../embeddings/oleObject10.bin"/><Relationship Id="rId41" Type="http://schemas.openxmlformats.org/officeDocument/2006/relationships/image" Target="../media/image22.wmf"/><Relationship Id="rId1" Type="http://schemas.openxmlformats.org/officeDocument/2006/relationships/slideLayout" Target="../slideLayouts/slideLayout3.xml"/><Relationship Id="rId6" Type="http://schemas.openxmlformats.org/officeDocument/2006/relationships/oleObject" Target="../embeddings/oleObject3.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B6F15528-21DE-4FAA-801E-634DDDAF4B2B}" type="slidenum">
              <a:rPr lang="en-US" smtClean="0"/>
              <a:pPr/>
              <a:t>1</a:t>
            </a:fld>
            <a:endParaRPr lang="en-US" dirty="0"/>
          </a:p>
        </p:txBody>
      </p:sp>
      <p:sp>
        <p:nvSpPr>
          <p:cNvPr id="2" name="Title 1"/>
          <p:cNvSpPr>
            <a:spLocks noGrp="1"/>
          </p:cNvSpPr>
          <p:nvPr>
            <p:ph type="ctrTitle"/>
          </p:nvPr>
        </p:nvSpPr>
        <p:spPr/>
        <p:txBody>
          <a:bodyPr>
            <a:normAutofit/>
          </a:bodyPr>
          <a:lstStyle/>
          <a:p>
            <a:r>
              <a:rPr lang="en-CA" sz="4800" dirty="0">
                <a:latin typeface="+mn-lt"/>
              </a:rPr>
              <a:t>Data Preparation and Wrangling</a:t>
            </a:r>
          </a:p>
        </p:txBody>
      </p:sp>
      <p:sp>
        <p:nvSpPr>
          <p:cNvPr id="3" name="TextBox 2">
            <a:extLst>
              <a:ext uri="{FF2B5EF4-FFF2-40B4-BE49-F238E27FC236}">
                <a16:creationId xmlns:a16="http://schemas.microsoft.com/office/drawing/2014/main" id="{ACC9548A-EF97-6DD9-7CDD-176FBFFE122A}"/>
              </a:ext>
            </a:extLst>
          </p:cNvPr>
          <p:cNvSpPr txBox="1"/>
          <p:nvPr/>
        </p:nvSpPr>
        <p:spPr>
          <a:xfrm>
            <a:off x="3162528" y="3284984"/>
            <a:ext cx="2818943" cy="523220"/>
          </a:xfrm>
          <a:prstGeom prst="rect">
            <a:avLst/>
          </a:prstGeom>
          <a:noFill/>
        </p:spPr>
        <p:txBody>
          <a:bodyPr wrap="square" rtlCol="0">
            <a:spAutoFit/>
          </a:bodyPr>
          <a:lstStyle/>
          <a:p>
            <a:pPr algn="ctr"/>
            <a:r>
              <a:rPr lang="en-US" sz="2800" dirty="0"/>
              <a:t>Business Analytics</a:t>
            </a:r>
          </a:p>
        </p:txBody>
      </p:sp>
    </p:spTree>
    <p:extLst>
      <p:ext uri="{BB962C8B-B14F-4D97-AF65-F5344CB8AC3E}">
        <p14:creationId xmlns:p14="http://schemas.microsoft.com/office/powerpoint/2010/main" val="42755082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3E88E-E33E-BE4B-AD93-F62713C2D723}"/>
              </a:ext>
            </a:extLst>
          </p:cNvPr>
          <p:cNvSpPr>
            <a:spLocks noGrp="1"/>
          </p:cNvSpPr>
          <p:nvPr>
            <p:ph type="title"/>
          </p:nvPr>
        </p:nvSpPr>
        <p:spPr/>
        <p:txBody>
          <a:bodyPr/>
          <a:lstStyle/>
          <a:p>
            <a:r>
              <a:rPr lang="en-US" dirty="0"/>
              <a:t>Data Management and Wrangling</a:t>
            </a:r>
          </a:p>
        </p:txBody>
      </p:sp>
      <p:sp>
        <p:nvSpPr>
          <p:cNvPr id="3" name="Slide Number Placeholder 2">
            <a:extLst>
              <a:ext uri="{FF2B5EF4-FFF2-40B4-BE49-F238E27FC236}">
                <a16:creationId xmlns:a16="http://schemas.microsoft.com/office/drawing/2014/main" id="{29D5013D-1A12-E7B7-B454-DEB734A73AC9}"/>
              </a:ext>
            </a:extLst>
          </p:cNvPr>
          <p:cNvSpPr>
            <a:spLocks noGrp="1"/>
          </p:cNvSpPr>
          <p:nvPr>
            <p:ph type="sldNum" sz="quarter" idx="12"/>
          </p:nvPr>
        </p:nvSpPr>
        <p:spPr/>
        <p:txBody>
          <a:bodyPr/>
          <a:lstStyle/>
          <a:p>
            <a:fld id="{B6F15528-21DE-4FAA-801E-634DDDAF4B2B}" type="slidenum">
              <a:rPr lang="en-US" smtClean="0"/>
              <a:pPr/>
              <a:t>2</a:t>
            </a:fld>
            <a:endParaRPr lang="en-US"/>
          </a:p>
        </p:txBody>
      </p:sp>
      <p:sp>
        <p:nvSpPr>
          <p:cNvPr id="4" name="Content Placeholder 3">
            <a:extLst>
              <a:ext uri="{FF2B5EF4-FFF2-40B4-BE49-F238E27FC236}">
                <a16:creationId xmlns:a16="http://schemas.microsoft.com/office/drawing/2014/main" id="{D94D898A-8994-4C1E-B7BC-77ED4E69657A}"/>
              </a:ext>
            </a:extLst>
          </p:cNvPr>
          <p:cNvSpPr>
            <a:spLocks noGrp="1"/>
          </p:cNvSpPr>
          <p:nvPr>
            <p:ph sz="quarter" idx="1"/>
          </p:nvPr>
        </p:nvSpPr>
        <p:spPr/>
        <p:txBody>
          <a:bodyPr/>
          <a:lstStyle/>
          <a:p>
            <a:r>
              <a:rPr lang="en-US" dirty="0"/>
              <a:t>Organizations spend large amounts of time and resources on gathering, cleaning, and organizing data.</a:t>
            </a:r>
          </a:p>
          <a:p>
            <a:r>
              <a:rPr lang="en-US" dirty="0"/>
              <a:t>Analytics professionals no longer rely solely on the corporate IT department.</a:t>
            </a:r>
          </a:p>
          <a:p>
            <a:pPr lvl="1"/>
            <a:r>
              <a:rPr lang="en-US" dirty="0"/>
              <a:t>Spend 40% to 80% of their time collecting and preparing data.</a:t>
            </a:r>
          </a:p>
          <a:p>
            <a:pPr lvl="1"/>
            <a:r>
              <a:rPr lang="en-US" dirty="0"/>
              <a:t>This allows organizations to address business problems much more quickly. </a:t>
            </a:r>
          </a:p>
          <a:p>
            <a:endParaRPr lang="en-US" dirty="0"/>
          </a:p>
        </p:txBody>
      </p:sp>
    </p:spTree>
    <p:extLst>
      <p:ext uri="{BB962C8B-B14F-4D97-AF65-F5344CB8AC3E}">
        <p14:creationId xmlns:p14="http://schemas.microsoft.com/office/powerpoint/2010/main" val="8401583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3E88E-E33E-BE4B-AD93-F62713C2D723}"/>
              </a:ext>
            </a:extLst>
          </p:cNvPr>
          <p:cNvSpPr>
            <a:spLocks noGrp="1"/>
          </p:cNvSpPr>
          <p:nvPr>
            <p:ph type="title"/>
          </p:nvPr>
        </p:nvSpPr>
        <p:spPr/>
        <p:txBody>
          <a:bodyPr/>
          <a:lstStyle/>
          <a:p>
            <a:r>
              <a:rPr lang="en-US" dirty="0"/>
              <a:t>Data Management and Wrangling</a:t>
            </a:r>
          </a:p>
        </p:txBody>
      </p:sp>
      <p:sp>
        <p:nvSpPr>
          <p:cNvPr id="3" name="Slide Number Placeholder 2">
            <a:extLst>
              <a:ext uri="{FF2B5EF4-FFF2-40B4-BE49-F238E27FC236}">
                <a16:creationId xmlns:a16="http://schemas.microsoft.com/office/drawing/2014/main" id="{29D5013D-1A12-E7B7-B454-DEB734A73AC9}"/>
              </a:ext>
            </a:extLst>
          </p:cNvPr>
          <p:cNvSpPr>
            <a:spLocks noGrp="1"/>
          </p:cNvSpPr>
          <p:nvPr>
            <p:ph type="sldNum" sz="quarter" idx="12"/>
          </p:nvPr>
        </p:nvSpPr>
        <p:spPr/>
        <p:txBody>
          <a:bodyPr/>
          <a:lstStyle/>
          <a:p>
            <a:fld id="{B6F15528-21DE-4FAA-801E-634DDDAF4B2B}" type="slidenum">
              <a:rPr lang="en-US" smtClean="0"/>
              <a:pPr/>
              <a:t>3</a:t>
            </a:fld>
            <a:endParaRPr lang="en-US"/>
          </a:p>
        </p:txBody>
      </p:sp>
      <p:sp>
        <p:nvSpPr>
          <p:cNvPr id="4" name="Content Placeholder 3">
            <a:extLst>
              <a:ext uri="{FF2B5EF4-FFF2-40B4-BE49-F238E27FC236}">
                <a16:creationId xmlns:a16="http://schemas.microsoft.com/office/drawing/2014/main" id="{D94D898A-8994-4C1E-B7BC-77ED4E69657A}"/>
              </a:ext>
            </a:extLst>
          </p:cNvPr>
          <p:cNvSpPr>
            <a:spLocks noGrp="1"/>
          </p:cNvSpPr>
          <p:nvPr>
            <p:ph sz="quarter" idx="1"/>
          </p:nvPr>
        </p:nvSpPr>
        <p:spPr/>
        <p:txBody>
          <a:bodyPr/>
          <a:lstStyle/>
          <a:p>
            <a:r>
              <a:rPr lang="en-US" b="1" dirty="0"/>
              <a:t>Data wrangling: </a:t>
            </a:r>
            <a:r>
              <a:rPr lang="en-US" dirty="0"/>
              <a:t>the process of retrieving, cleaning, integrating, transforming, and enriching data to support subsequent analysis.</a:t>
            </a:r>
          </a:p>
          <a:p>
            <a:pPr lvl="1"/>
            <a:r>
              <a:rPr lang="en-US" b="1" dirty="0"/>
              <a:t>Data inspection: </a:t>
            </a:r>
            <a:r>
              <a:rPr lang="en-US" dirty="0"/>
              <a:t>After extracting data, we need to review and inspect the dataset to assess data quality and relevant information for subsequent analysis.</a:t>
            </a:r>
          </a:p>
          <a:p>
            <a:pPr lvl="2"/>
            <a:r>
              <a:rPr lang="en-US" dirty="0"/>
              <a:t>Visually reviewing data</a:t>
            </a:r>
          </a:p>
          <a:p>
            <a:pPr lvl="2"/>
            <a:r>
              <a:rPr lang="en-US" dirty="0"/>
              <a:t>Counting</a:t>
            </a:r>
          </a:p>
          <a:p>
            <a:pPr lvl="2"/>
            <a:r>
              <a:rPr lang="en-US" dirty="0"/>
              <a:t>Sorting</a:t>
            </a:r>
          </a:p>
        </p:txBody>
      </p:sp>
    </p:spTree>
    <p:extLst>
      <p:ext uri="{BB962C8B-B14F-4D97-AF65-F5344CB8AC3E}">
        <p14:creationId xmlns:p14="http://schemas.microsoft.com/office/powerpoint/2010/main" val="32607999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3E88E-E33E-BE4B-AD93-F62713C2D723}"/>
              </a:ext>
            </a:extLst>
          </p:cNvPr>
          <p:cNvSpPr>
            <a:spLocks noGrp="1"/>
          </p:cNvSpPr>
          <p:nvPr>
            <p:ph type="title"/>
          </p:nvPr>
        </p:nvSpPr>
        <p:spPr/>
        <p:txBody>
          <a:bodyPr/>
          <a:lstStyle/>
          <a:p>
            <a:r>
              <a:rPr lang="en-US" dirty="0"/>
              <a:t>Data Inspection</a:t>
            </a:r>
          </a:p>
        </p:txBody>
      </p:sp>
      <p:sp>
        <p:nvSpPr>
          <p:cNvPr id="3" name="Slide Number Placeholder 2">
            <a:extLst>
              <a:ext uri="{FF2B5EF4-FFF2-40B4-BE49-F238E27FC236}">
                <a16:creationId xmlns:a16="http://schemas.microsoft.com/office/drawing/2014/main" id="{29D5013D-1A12-E7B7-B454-DEB734A73AC9}"/>
              </a:ext>
            </a:extLst>
          </p:cNvPr>
          <p:cNvSpPr>
            <a:spLocks noGrp="1"/>
          </p:cNvSpPr>
          <p:nvPr>
            <p:ph type="sldNum" sz="quarter" idx="12"/>
          </p:nvPr>
        </p:nvSpPr>
        <p:spPr/>
        <p:txBody>
          <a:bodyPr/>
          <a:lstStyle/>
          <a:p>
            <a:fld id="{B6F15528-21DE-4FAA-801E-634DDDAF4B2B}" type="slidenum">
              <a:rPr lang="en-US" smtClean="0"/>
              <a:pPr/>
              <a:t>4</a:t>
            </a:fld>
            <a:endParaRPr lang="en-US"/>
          </a:p>
        </p:txBody>
      </p:sp>
      <p:sp>
        <p:nvSpPr>
          <p:cNvPr id="4" name="Content Placeholder 3">
            <a:extLst>
              <a:ext uri="{FF2B5EF4-FFF2-40B4-BE49-F238E27FC236}">
                <a16:creationId xmlns:a16="http://schemas.microsoft.com/office/drawing/2014/main" id="{D94D898A-8994-4C1E-B7BC-77ED4E69657A}"/>
              </a:ext>
            </a:extLst>
          </p:cNvPr>
          <p:cNvSpPr>
            <a:spLocks noGrp="1"/>
          </p:cNvSpPr>
          <p:nvPr>
            <p:ph sz="quarter" idx="1"/>
          </p:nvPr>
        </p:nvSpPr>
        <p:spPr>
          <a:xfrm>
            <a:off x="914400" y="1447800"/>
            <a:ext cx="7772400" cy="5219700"/>
          </a:xfrm>
        </p:spPr>
        <p:txBody>
          <a:bodyPr>
            <a:normAutofit fontScale="92500" lnSpcReduction="20000"/>
          </a:bodyPr>
          <a:lstStyle/>
          <a:p>
            <a:pPr marL="0" indent="0">
              <a:buNone/>
            </a:pPr>
            <a:r>
              <a:rPr lang="en-US" b="1" dirty="0"/>
              <a:t>Example 2.1: </a:t>
            </a:r>
          </a:p>
          <a:p>
            <a:pPr marL="0" indent="0">
              <a:buNone/>
            </a:pPr>
            <a:r>
              <a:rPr lang="en-CA" sz="2000" dirty="0" err="1">
                <a:effectLst/>
              </a:rPr>
              <a:t>BalanceGig</a:t>
            </a:r>
            <a:r>
              <a:rPr lang="en-CA" sz="2000" dirty="0">
                <a:effectLst/>
              </a:rPr>
              <a:t> is a company that matches independent workers for short-term engagements with businesses in the construction, automotive, and high-tech industries. The ‘gig’ employees work only for a short period of time, often on a particular project or a specific task. A manager at </a:t>
            </a:r>
            <a:r>
              <a:rPr lang="en-CA" sz="2000" dirty="0" err="1">
                <a:effectLst/>
              </a:rPr>
              <a:t>BalanceGig</a:t>
            </a:r>
            <a:r>
              <a:rPr lang="en-CA" sz="2000" dirty="0">
                <a:effectLst/>
              </a:rPr>
              <a:t> extracts the employee data from their most recent work engagement, including the hourly wage (</a:t>
            </a:r>
            <a:r>
              <a:rPr lang="en-CA" sz="2000" dirty="0" err="1">
                <a:effectLst/>
              </a:rPr>
              <a:t>HourlyWage</a:t>
            </a:r>
            <a:r>
              <a:rPr lang="en-CA" sz="2000" dirty="0">
                <a:effectLst/>
              </a:rPr>
              <a:t>), the client's industry (Industry), and the employee's job classification (Job).</a:t>
            </a:r>
          </a:p>
          <a:p>
            <a:pPr marL="0" indent="0">
              <a:buNone/>
            </a:pPr>
            <a:r>
              <a:rPr lang="en-CA" sz="2000" dirty="0"/>
              <a:t>The manager suspects that data about the gig employees are sometimes incomplete, perhaps due to the short engagement and the transient nature of the employees. She would like to find the number of missing observations for the Industry and Job variables. In addition, she would like information on the number of employees who (1) worked in the automotive industry, (2) earned more than $30 per hour, and (3) worked in the automotive industry and earned more than $30 per hour. Finally, the manager would like to know the hourly wage of the lowest- and the highest-paid employees at the company as a whole and the hourly wage of the lowest- and highest-paid accountants who worked in the automotive and the tech industries.</a:t>
            </a:r>
          </a:p>
          <a:p>
            <a:endParaRPr lang="en-CA" sz="2000" dirty="0">
              <a:effectLst/>
            </a:endParaRPr>
          </a:p>
          <a:p>
            <a:pPr marL="0" indent="0">
              <a:buNone/>
            </a:pPr>
            <a:r>
              <a:rPr lang="en-CA" sz="2100" dirty="0"/>
              <a:t>      </a:t>
            </a:r>
            <a:endParaRPr lang="en-CA" sz="2000" dirty="0">
              <a:effectLst/>
            </a:endParaRPr>
          </a:p>
          <a:p>
            <a:endParaRPr lang="en-US" dirty="0"/>
          </a:p>
        </p:txBody>
      </p:sp>
    </p:spTree>
    <p:extLst>
      <p:ext uri="{BB962C8B-B14F-4D97-AF65-F5344CB8AC3E}">
        <p14:creationId xmlns:p14="http://schemas.microsoft.com/office/powerpoint/2010/main" val="2699821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3E88E-E33E-BE4B-AD93-F62713C2D723}"/>
              </a:ext>
            </a:extLst>
          </p:cNvPr>
          <p:cNvSpPr>
            <a:spLocks noGrp="1"/>
          </p:cNvSpPr>
          <p:nvPr>
            <p:ph type="title"/>
          </p:nvPr>
        </p:nvSpPr>
        <p:spPr/>
        <p:txBody>
          <a:bodyPr/>
          <a:lstStyle/>
          <a:p>
            <a:r>
              <a:rPr lang="en-US" dirty="0"/>
              <a:t>Data Inspection</a:t>
            </a:r>
          </a:p>
        </p:txBody>
      </p:sp>
      <p:sp>
        <p:nvSpPr>
          <p:cNvPr id="3" name="Slide Number Placeholder 2">
            <a:extLst>
              <a:ext uri="{FF2B5EF4-FFF2-40B4-BE49-F238E27FC236}">
                <a16:creationId xmlns:a16="http://schemas.microsoft.com/office/drawing/2014/main" id="{29D5013D-1A12-E7B7-B454-DEB734A73AC9}"/>
              </a:ext>
            </a:extLst>
          </p:cNvPr>
          <p:cNvSpPr>
            <a:spLocks noGrp="1"/>
          </p:cNvSpPr>
          <p:nvPr>
            <p:ph type="sldNum" sz="quarter" idx="12"/>
          </p:nvPr>
        </p:nvSpPr>
        <p:spPr/>
        <p:txBody>
          <a:bodyPr/>
          <a:lstStyle/>
          <a:p>
            <a:fld id="{B6F15528-21DE-4FAA-801E-634DDDAF4B2B}" type="slidenum">
              <a:rPr lang="en-US" smtClean="0"/>
              <a:pPr/>
              <a:t>5</a:t>
            </a:fld>
            <a:endParaRPr lang="en-US"/>
          </a:p>
        </p:txBody>
      </p:sp>
      <p:sp>
        <p:nvSpPr>
          <p:cNvPr id="4" name="Content Placeholder 3">
            <a:extLst>
              <a:ext uri="{FF2B5EF4-FFF2-40B4-BE49-F238E27FC236}">
                <a16:creationId xmlns:a16="http://schemas.microsoft.com/office/drawing/2014/main" id="{D94D898A-8994-4C1E-B7BC-77ED4E69657A}"/>
              </a:ext>
            </a:extLst>
          </p:cNvPr>
          <p:cNvSpPr>
            <a:spLocks noGrp="1"/>
          </p:cNvSpPr>
          <p:nvPr>
            <p:ph sz="quarter" idx="1"/>
          </p:nvPr>
        </p:nvSpPr>
        <p:spPr>
          <a:xfrm>
            <a:off x="914400" y="1447800"/>
            <a:ext cx="7772400" cy="5005536"/>
          </a:xfrm>
        </p:spPr>
        <p:txBody>
          <a:bodyPr>
            <a:normAutofit/>
          </a:bodyPr>
          <a:lstStyle/>
          <a:p>
            <a:pPr marL="0" indent="0">
              <a:buNone/>
            </a:pPr>
            <a:r>
              <a:rPr lang="en-US" b="1" dirty="0"/>
              <a:t>Example 2.2: </a:t>
            </a:r>
          </a:p>
          <a:p>
            <a:pPr marL="0" indent="0">
              <a:buNone/>
            </a:pPr>
            <a:r>
              <a:rPr lang="en-CA" sz="2000" dirty="0">
                <a:effectLst/>
              </a:rPr>
              <a:t>A company conducts survey of 500 consumers. To accompanying data file shows their home ownership (</a:t>
            </a:r>
            <a:r>
              <a:rPr lang="en-CA" sz="2000" dirty="0" err="1">
                <a:effectLst/>
              </a:rPr>
              <a:t>OwnHome</a:t>
            </a:r>
            <a:r>
              <a:rPr lang="en-CA" sz="2000" dirty="0">
                <a:effectLst/>
              </a:rPr>
              <a:t>: Yes/No), car ownership (</a:t>
            </a:r>
            <a:r>
              <a:rPr lang="en-CA" sz="2000" dirty="0" err="1">
                <a:effectLst/>
              </a:rPr>
              <a:t>OwnCar</a:t>
            </a:r>
            <a:r>
              <a:rPr lang="en-CA" sz="2000" dirty="0">
                <a:effectLst/>
              </a:rPr>
              <a:t>: Yes/No), annual household spending on food (</a:t>
            </a:r>
            <a:r>
              <a:rPr lang="en-CA" sz="2000" dirty="0" err="1">
                <a:effectLst/>
              </a:rPr>
              <a:t>FoodSpend</a:t>
            </a:r>
            <a:r>
              <a:rPr lang="en-CA" sz="2000" dirty="0">
                <a:effectLst/>
              </a:rPr>
              <a:t>), and annual household spending on travel (</a:t>
            </a:r>
            <a:r>
              <a:rPr lang="en-CA" sz="2000" dirty="0" err="1">
                <a:effectLst/>
              </a:rPr>
              <a:t>TravelSpend</a:t>
            </a:r>
            <a:r>
              <a:rPr lang="en-CA" sz="2000" dirty="0">
                <a:effectLst/>
              </a:rPr>
              <a:t>).</a:t>
            </a:r>
          </a:p>
          <a:p>
            <a:pPr marL="457200" indent="-457200">
              <a:buAutoNum type="alphaLcParenR"/>
            </a:pPr>
            <a:r>
              <a:rPr lang="en-CA" sz="2000" dirty="0"/>
              <a:t>Sort the data by home ownership, car ownership, and the travel spending all in descending order.</a:t>
            </a:r>
          </a:p>
          <a:p>
            <a:pPr marL="457200" indent="-457200">
              <a:buAutoNum type="alphaLcParenR"/>
            </a:pPr>
            <a:r>
              <a:rPr lang="en-CA" sz="2000" dirty="0"/>
              <a:t>How many missing values are there in each variable?</a:t>
            </a:r>
          </a:p>
          <a:p>
            <a:pPr marL="457200" indent="-457200">
              <a:buAutoNum type="alphaLcParenR"/>
            </a:pPr>
            <a:r>
              <a:rPr lang="en-CA" sz="2000" dirty="0"/>
              <a:t>How many customers are homeowners?</a:t>
            </a:r>
          </a:p>
          <a:p>
            <a:pPr marL="457200" indent="-457200">
              <a:buAutoNum type="alphaLcParenR"/>
            </a:pPr>
            <a:r>
              <a:rPr lang="en-CA" sz="2000" dirty="0"/>
              <a:t>How many customers are homeowners but do not own a car?</a:t>
            </a:r>
            <a:endParaRPr lang="en-CA" sz="2000" dirty="0">
              <a:effectLst/>
            </a:endParaRPr>
          </a:p>
        </p:txBody>
      </p:sp>
    </p:spTree>
    <p:extLst>
      <p:ext uri="{BB962C8B-B14F-4D97-AF65-F5344CB8AC3E}">
        <p14:creationId xmlns:p14="http://schemas.microsoft.com/office/powerpoint/2010/main" val="24115897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5C04C-04E7-577D-973F-E6D53DA438B9}"/>
              </a:ext>
            </a:extLst>
          </p:cNvPr>
          <p:cNvSpPr>
            <a:spLocks noGrp="1"/>
          </p:cNvSpPr>
          <p:nvPr>
            <p:ph type="title"/>
          </p:nvPr>
        </p:nvSpPr>
        <p:spPr/>
        <p:txBody>
          <a:bodyPr/>
          <a:lstStyle/>
          <a:p>
            <a:r>
              <a:rPr lang="en-US" dirty="0"/>
              <a:t>Data Preparation</a:t>
            </a:r>
          </a:p>
        </p:txBody>
      </p:sp>
      <p:sp>
        <p:nvSpPr>
          <p:cNvPr id="3" name="Slide Number Placeholder 2">
            <a:extLst>
              <a:ext uri="{FF2B5EF4-FFF2-40B4-BE49-F238E27FC236}">
                <a16:creationId xmlns:a16="http://schemas.microsoft.com/office/drawing/2014/main" id="{9CA81067-A03E-6181-16FC-3EFBA019F188}"/>
              </a:ext>
            </a:extLst>
          </p:cNvPr>
          <p:cNvSpPr>
            <a:spLocks noGrp="1"/>
          </p:cNvSpPr>
          <p:nvPr>
            <p:ph type="sldNum" sz="quarter" idx="12"/>
          </p:nvPr>
        </p:nvSpPr>
        <p:spPr/>
        <p:txBody>
          <a:bodyPr/>
          <a:lstStyle/>
          <a:p>
            <a:fld id="{B6F15528-21DE-4FAA-801E-634DDDAF4B2B}" type="slidenum">
              <a:rPr lang="en-US" smtClean="0"/>
              <a:pPr/>
              <a:t>6</a:t>
            </a:fld>
            <a:endParaRPr lang="en-US"/>
          </a:p>
        </p:txBody>
      </p:sp>
      <p:sp>
        <p:nvSpPr>
          <p:cNvPr id="4" name="Content Placeholder 3">
            <a:extLst>
              <a:ext uri="{FF2B5EF4-FFF2-40B4-BE49-F238E27FC236}">
                <a16:creationId xmlns:a16="http://schemas.microsoft.com/office/drawing/2014/main" id="{EFE71D94-D276-2BE7-9AC1-4E85E4D27EE6}"/>
              </a:ext>
            </a:extLst>
          </p:cNvPr>
          <p:cNvSpPr>
            <a:spLocks noGrp="1"/>
          </p:cNvSpPr>
          <p:nvPr>
            <p:ph sz="quarter" idx="1"/>
          </p:nvPr>
        </p:nvSpPr>
        <p:spPr/>
        <p:txBody>
          <a:bodyPr>
            <a:normAutofit/>
          </a:bodyPr>
          <a:lstStyle/>
          <a:p>
            <a:r>
              <a:rPr lang="en-US" dirty="0"/>
              <a:t>Once we have inspected and explored data, we can start the data preparation process.</a:t>
            </a:r>
          </a:p>
          <a:p>
            <a:pPr marL="514350" indent="-514350">
              <a:buFont typeface="+mj-lt"/>
              <a:buAutoNum type="arabicPeriod"/>
            </a:pPr>
            <a:r>
              <a:rPr lang="en-US" b="1" dirty="0"/>
              <a:t>Handling missing values:</a:t>
            </a:r>
          </a:p>
          <a:p>
            <a:pPr marL="788670" lvl="1" indent="-514350"/>
            <a:r>
              <a:rPr lang="en-US" dirty="0"/>
              <a:t>There may be missing values in the key variables</a:t>
            </a:r>
          </a:p>
          <a:p>
            <a:pPr marL="514350" indent="-514350">
              <a:buFont typeface="+mj-lt"/>
              <a:buAutoNum type="arabicPeriod"/>
            </a:pPr>
            <a:r>
              <a:rPr lang="en-US" b="1" dirty="0" err="1"/>
              <a:t>Subsetting</a:t>
            </a:r>
            <a:r>
              <a:rPr lang="en-US" b="1" dirty="0"/>
              <a:t> data:</a:t>
            </a:r>
          </a:p>
          <a:p>
            <a:pPr marL="788670" lvl="1" indent="-514350"/>
            <a:r>
              <a:rPr lang="en-US" dirty="0"/>
              <a:t>Most data projects focus only on a portion of the data</a:t>
            </a:r>
          </a:p>
          <a:p>
            <a:pPr marL="788670" lvl="1" indent="-514350"/>
            <a:r>
              <a:rPr lang="en-US" dirty="0"/>
              <a:t>Sometimes the objective of the analysis is to compared two subgroups of the data</a:t>
            </a:r>
          </a:p>
          <a:p>
            <a:pPr marL="788670" lvl="1" indent="-514350"/>
            <a:endParaRPr lang="en-US" dirty="0"/>
          </a:p>
        </p:txBody>
      </p:sp>
    </p:spTree>
    <p:extLst>
      <p:ext uri="{BB962C8B-B14F-4D97-AF65-F5344CB8AC3E}">
        <p14:creationId xmlns:p14="http://schemas.microsoft.com/office/powerpoint/2010/main" val="33763842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869E0-410C-8FDD-D052-EBCEE161E870}"/>
              </a:ext>
            </a:extLst>
          </p:cNvPr>
          <p:cNvSpPr>
            <a:spLocks noGrp="1"/>
          </p:cNvSpPr>
          <p:nvPr>
            <p:ph type="title"/>
          </p:nvPr>
        </p:nvSpPr>
        <p:spPr/>
        <p:txBody>
          <a:bodyPr/>
          <a:lstStyle/>
          <a:p>
            <a:r>
              <a:rPr lang="en-US" dirty="0"/>
              <a:t>Handling Missing Values</a:t>
            </a:r>
          </a:p>
        </p:txBody>
      </p:sp>
      <p:sp>
        <p:nvSpPr>
          <p:cNvPr id="3" name="Slide Number Placeholder 2">
            <a:extLst>
              <a:ext uri="{FF2B5EF4-FFF2-40B4-BE49-F238E27FC236}">
                <a16:creationId xmlns:a16="http://schemas.microsoft.com/office/drawing/2014/main" id="{EF2E901E-0757-F415-1DC3-062FA3E08ABD}"/>
              </a:ext>
            </a:extLst>
          </p:cNvPr>
          <p:cNvSpPr>
            <a:spLocks noGrp="1"/>
          </p:cNvSpPr>
          <p:nvPr>
            <p:ph type="sldNum" sz="quarter" idx="12"/>
          </p:nvPr>
        </p:nvSpPr>
        <p:spPr/>
        <p:txBody>
          <a:bodyPr/>
          <a:lstStyle/>
          <a:p>
            <a:fld id="{B6F15528-21DE-4FAA-801E-634DDDAF4B2B}" type="slidenum">
              <a:rPr lang="en-US" smtClean="0"/>
              <a:pPr/>
              <a:t>7</a:t>
            </a:fld>
            <a:endParaRPr lang="en-US"/>
          </a:p>
        </p:txBody>
      </p:sp>
      <p:sp>
        <p:nvSpPr>
          <p:cNvPr id="4" name="Content Placeholder 3">
            <a:extLst>
              <a:ext uri="{FF2B5EF4-FFF2-40B4-BE49-F238E27FC236}">
                <a16:creationId xmlns:a16="http://schemas.microsoft.com/office/drawing/2014/main" id="{36CDBDCD-BC5C-1A9B-9179-362514959C01}"/>
              </a:ext>
            </a:extLst>
          </p:cNvPr>
          <p:cNvSpPr>
            <a:spLocks noGrp="1"/>
          </p:cNvSpPr>
          <p:nvPr>
            <p:ph sz="quarter" idx="1"/>
          </p:nvPr>
        </p:nvSpPr>
        <p:spPr/>
        <p:txBody>
          <a:bodyPr>
            <a:normAutofit/>
          </a:bodyPr>
          <a:lstStyle/>
          <a:p>
            <a:r>
              <a:rPr lang="en-US" dirty="0"/>
              <a:t>It is very common to have missing values in the key variables.</a:t>
            </a:r>
          </a:p>
          <a:p>
            <a:pPr lvl="1"/>
            <a:r>
              <a:rPr lang="en-US" dirty="0"/>
              <a:t>Sloppy data collection, human errors, sensitive information in a survey, equipment failure</a:t>
            </a:r>
          </a:p>
          <a:p>
            <a:pPr lvl="1"/>
            <a:endParaRPr lang="en-US" dirty="0"/>
          </a:p>
          <a:p>
            <a:r>
              <a:rPr lang="en-US" dirty="0"/>
              <a:t>Having missing values can create problems in data analysis.</a:t>
            </a:r>
          </a:p>
          <a:p>
            <a:pPr marL="514350" indent="-514350"/>
            <a:endParaRPr lang="en-US" dirty="0"/>
          </a:p>
          <a:p>
            <a:endParaRPr lang="en-US" dirty="0"/>
          </a:p>
        </p:txBody>
      </p:sp>
    </p:spTree>
    <p:extLst>
      <p:ext uri="{BB962C8B-B14F-4D97-AF65-F5344CB8AC3E}">
        <p14:creationId xmlns:p14="http://schemas.microsoft.com/office/powerpoint/2010/main" val="35866252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26775-0F68-399B-570A-A39075E2F186}"/>
              </a:ext>
            </a:extLst>
          </p:cNvPr>
          <p:cNvSpPr>
            <a:spLocks noGrp="1"/>
          </p:cNvSpPr>
          <p:nvPr>
            <p:ph type="title"/>
          </p:nvPr>
        </p:nvSpPr>
        <p:spPr/>
        <p:txBody>
          <a:bodyPr/>
          <a:lstStyle/>
          <a:p>
            <a:r>
              <a:rPr lang="en-US" dirty="0"/>
              <a:t>Handling Missing Values</a:t>
            </a:r>
          </a:p>
        </p:txBody>
      </p:sp>
      <p:sp>
        <p:nvSpPr>
          <p:cNvPr id="3" name="Slide Number Placeholder 2">
            <a:extLst>
              <a:ext uri="{FF2B5EF4-FFF2-40B4-BE49-F238E27FC236}">
                <a16:creationId xmlns:a16="http://schemas.microsoft.com/office/drawing/2014/main" id="{871C58B0-A779-ABD8-3ED4-87330CAA4CD3}"/>
              </a:ext>
            </a:extLst>
          </p:cNvPr>
          <p:cNvSpPr>
            <a:spLocks noGrp="1"/>
          </p:cNvSpPr>
          <p:nvPr>
            <p:ph type="sldNum" sz="quarter" idx="12"/>
          </p:nvPr>
        </p:nvSpPr>
        <p:spPr/>
        <p:txBody>
          <a:bodyPr/>
          <a:lstStyle/>
          <a:p>
            <a:fld id="{B6F15528-21DE-4FAA-801E-634DDDAF4B2B}" type="slidenum">
              <a:rPr lang="en-US" smtClean="0"/>
              <a:pPr/>
              <a:t>8</a:t>
            </a:fld>
            <a:endParaRPr lang="en-US"/>
          </a:p>
        </p:txBody>
      </p:sp>
      <p:sp>
        <p:nvSpPr>
          <p:cNvPr id="4" name="Content Placeholder 3">
            <a:extLst>
              <a:ext uri="{FF2B5EF4-FFF2-40B4-BE49-F238E27FC236}">
                <a16:creationId xmlns:a16="http://schemas.microsoft.com/office/drawing/2014/main" id="{9BDF3CDD-C090-1CBB-5A76-E84A2D7A352F}"/>
              </a:ext>
            </a:extLst>
          </p:cNvPr>
          <p:cNvSpPr>
            <a:spLocks noGrp="1"/>
          </p:cNvSpPr>
          <p:nvPr>
            <p:ph sz="quarter" idx="1"/>
          </p:nvPr>
        </p:nvSpPr>
        <p:spPr>
          <a:xfrm>
            <a:off x="914400" y="1447800"/>
            <a:ext cx="7772400" cy="5149552"/>
          </a:xfrm>
        </p:spPr>
        <p:txBody>
          <a:bodyPr>
            <a:normAutofit/>
          </a:bodyPr>
          <a:lstStyle/>
          <a:p>
            <a:r>
              <a:rPr lang="en-US" dirty="0"/>
              <a:t>Two strategies for dealing missing values:</a:t>
            </a:r>
          </a:p>
          <a:p>
            <a:pPr marL="777240" lvl="1" indent="-457200">
              <a:buFont typeface="+mj-lt"/>
              <a:buAutoNum type="arabicPeriod"/>
            </a:pPr>
            <a:r>
              <a:rPr lang="en-US" b="1" dirty="0"/>
              <a:t>Omission: </a:t>
            </a:r>
            <a:r>
              <a:rPr lang="en-US" dirty="0"/>
              <a:t>exclude observations with missing values</a:t>
            </a:r>
          </a:p>
          <a:p>
            <a:pPr lvl="2"/>
            <a:r>
              <a:rPr lang="en-US" dirty="0"/>
              <a:t>Appropriate when the amount of missing data is small or concentrated in a small number of observations</a:t>
            </a:r>
          </a:p>
          <a:p>
            <a:pPr marL="777240" lvl="1" indent="-457200">
              <a:buFont typeface="+mj-lt"/>
              <a:buAutoNum type="arabicPeriod"/>
            </a:pPr>
            <a:r>
              <a:rPr lang="en-US" b="1" dirty="0"/>
              <a:t>Imputation:</a:t>
            </a:r>
            <a:r>
              <a:rPr lang="en-US" dirty="0"/>
              <a:t> replace missing values with some reasonable values</a:t>
            </a:r>
          </a:p>
          <a:p>
            <a:pPr lvl="2"/>
            <a:r>
              <a:rPr lang="en-US" dirty="0"/>
              <a:t>For numerical values, replace missing values with the mean value across relevant observations</a:t>
            </a:r>
          </a:p>
          <a:p>
            <a:pPr lvl="3"/>
            <a:r>
              <a:rPr lang="en-US" dirty="0"/>
              <a:t>Easy to implement and does not increase the variability</a:t>
            </a:r>
          </a:p>
          <a:p>
            <a:pPr lvl="3"/>
            <a:r>
              <a:rPr lang="en-US" dirty="0"/>
              <a:t>If a large number of values are missing, it can distort the relationships among variables</a:t>
            </a:r>
          </a:p>
          <a:p>
            <a:pPr lvl="2"/>
            <a:r>
              <a:rPr lang="en-US" dirty="0"/>
              <a:t>For categorical variables, the most frequent category can be used, or an unknown category can be created (useful when data is missing for a reason).</a:t>
            </a:r>
          </a:p>
        </p:txBody>
      </p:sp>
    </p:spTree>
    <p:extLst>
      <p:ext uri="{BB962C8B-B14F-4D97-AF65-F5344CB8AC3E}">
        <p14:creationId xmlns:p14="http://schemas.microsoft.com/office/powerpoint/2010/main" val="22889362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9125" y="129083"/>
            <a:ext cx="8458200" cy="903231"/>
          </a:xfrm>
        </p:spPr>
        <p:txBody>
          <a:bodyPr>
            <a:normAutofit/>
          </a:bodyPr>
          <a:lstStyle/>
          <a:p>
            <a:r>
              <a:rPr lang="en-US" sz="3200" dirty="0"/>
              <a:t>Data Preparation </a:t>
            </a:r>
            <a:endParaRPr lang="en-US" sz="3200" b="0" dirty="0"/>
          </a:p>
        </p:txBody>
      </p:sp>
      <p:sp>
        <p:nvSpPr>
          <p:cNvPr id="3" name="Content Placeholder 2"/>
          <p:cNvSpPr>
            <a:spLocks noGrp="1"/>
          </p:cNvSpPr>
          <p:nvPr>
            <p:ph sz="quarter" idx="11"/>
          </p:nvPr>
        </p:nvSpPr>
        <p:spPr>
          <a:xfrm>
            <a:off x="342900" y="1276709"/>
            <a:ext cx="8458200" cy="1904641"/>
          </a:xfrm>
        </p:spPr>
        <p:txBody>
          <a:bodyPr/>
          <a:lstStyle/>
          <a:p>
            <a:pPr marL="0" indent="0">
              <a:buNone/>
            </a:pPr>
            <a:r>
              <a:rPr lang="en-US" sz="2200" b="1" dirty="0"/>
              <a:t>Example 2.3:</a:t>
            </a:r>
            <a:r>
              <a:rPr lang="en-US" sz="2200" dirty="0"/>
              <a:t> The manager of a local restaurant has conducted a survey to evaluate customers’ perception about the restaurant.</a:t>
            </a:r>
          </a:p>
          <a:p>
            <a:pPr marL="0" indent="0">
              <a:buNone/>
            </a:pPr>
            <a:r>
              <a:rPr lang="en-US" sz="2200" dirty="0"/>
              <a:t>Each customer rated the restaurant on its ambience, cleanliness, service, and food using a scale of 1 (lowest) to 7 (highest).</a:t>
            </a:r>
          </a:p>
        </p:txBody>
      </p:sp>
      <p:graphicFrame>
        <p:nvGraphicFramePr>
          <p:cNvPr id="6" name="Table 5">
            <a:extLst>
              <a:ext uri="{FF2B5EF4-FFF2-40B4-BE49-F238E27FC236}">
                <a16:creationId xmlns:a16="http://schemas.microsoft.com/office/drawing/2014/main" id="{D50B6C2D-929C-4491-AA90-593F30247BD1}"/>
              </a:ext>
            </a:extLst>
          </p:cNvPr>
          <p:cNvGraphicFramePr>
            <a:graphicFrameLocks noGrp="1"/>
          </p:cNvGraphicFramePr>
          <p:nvPr/>
        </p:nvGraphicFramePr>
        <p:xfrm>
          <a:off x="1304925" y="3336562"/>
          <a:ext cx="6296025" cy="1597388"/>
        </p:xfrm>
        <a:graphic>
          <a:graphicData uri="http://schemas.openxmlformats.org/drawingml/2006/table">
            <a:tbl>
              <a:tblPr firstRow="1" bandRow="1">
                <a:tableStyleId>{5C22544A-7EE6-4342-B048-85BDC9FD1C3A}</a:tableStyleId>
              </a:tblPr>
              <a:tblGrid>
                <a:gridCol w="1419225">
                  <a:extLst>
                    <a:ext uri="{9D8B030D-6E8A-4147-A177-3AD203B41FA5}">
                      <a16:colId xmlns:a16="http://schemas.microsoft.com/office/drawing/2014/main" val="3336059463"/>
                    </a:ext>
                  </a:extLst>
                </a:gridCol>
                <a:gridCol w="1219200">
                  <a:extLst>
                    <a:ext uri="{9D8B030D-6E8A-4147-A177-3AD203B41FA5}">
                      <a16:colId xmlns:a16="http://schemas.microsoft.com/office/drawing/2014/main" val="1252373250"/>
                    </a:ext>
                  </a:extLst>
                </a:gridCol>
                <a:gridCol w="1219200">
                  <a:extLst>
                    <a:ext uri="{9D8B030D-6E8A-4147-A177-3AD203B41FA5}">
                      <a16:colId xmlns:a16="http://schemas.microsoft.com/office/drawing/2014/main" val="2264067141"/>
                    </a:ext>
                  </a:extLst>
                </a:gridCol>
                <a:gridCol w="1219200">
                  <a:extLst>
                    <a:ext uri="{9D8B030D-6E8A-4147-A177-3AD203B41FA5}">
                      <a16:colId xmlns:a16="http://schemas.microsoft.com/office/drawing/2014/main" val="3987367841"/>
                    </a:ext>
                  </a:extLst>
                </a:gridCol>
                <a:gridCol w="1219200">
                  <a:extLst>
                    <a:ext uri="{9D8B030D-6E8A-4147-A177-3AD203B41FA5}">
                      <a16:colId xmlns:a16="http://schemas.microsoft.com/office/drawing/2014/main" val="3011848522"/>
                    </a:ext>
                  </a:extLst>
                </a:gridCol>
              </a:tblGrid>
              <a:tr h="0">
                <a:tc>
                  <a:txBody>
                    <a:bodyPr/>
                    <a:lstStyle/>
                    <a:p>
                      <a:pPr algn="ctr"/>
                      <a:endParaRPr lang="en-US" sz="1400" dirty="0"/>
                    </a:p>
                  </a:txBody>
                  <a:tcPr/>
                </a:tc>
                <a:tc>
                  <a:txBody>
                    <a:bodyPr/>
                    <a:lstStyle/>
                    <a:p>
                      <a:pPr algn="ctr"/>
                      <a:endParaRPr lang="en-US" sz="1400"/>
                    </a:p>
                  </a:txBody>
                  <a:tcPr/>
                </a:tc>
                <a:tc>
                  <a:txBody>
                    <a:bodyPr/>
                    <a:lstStyle/>
                    <a:p>
                      <a:pPr algn="ctr"/>
                      <a:endParaRPr lang="en-US" sz="1400"/>
                    </a:p>
                  </a:txBody>
                  <a:tcPr/>
                </a:tc>
                <a:tc>
                  <a:txBody>
                    <a:bodyPr/>
                    <a:lstStyle/>
                    <a:p>
                      <a:pPr algn="ctr"/>
                      <a:endParaRPr lang="en-US" sz="1400" dirty="0"/>
                    </a:p>
                  </a:txBody>
                  <a:tcPr/>
                </a:tc>
                <a:tc>
                  <a:txBody>
                    <a:bodyPr/>
                    <a:lstStyle/>
                    <a:p>
                      <a:pPr algn="ctr"/>
                      <a:endParaRPr lang="en-US" sz="1400"/>
                    </a:p>
                  </a:txBody>
                  <a:tcPr/>
                </a:tc>
                <a:extLst>
                  <a:ext uri="{0D108BD9-81ED-4DB2-BD59-A6C34878D82A}">
                    <a16:rowId xmlns:a16="http://schemas.microsoft.com/office/drawing/2014/main" val="2714256031"/>
                  </a:ext>
                </a:extLst>
              </a:tr>
              <a:tr h="0">
                <a:tc>
                  <a:txBody>
                    <a:bodyPr/>
                    <a:lstStyle/>
                    <a:p>
                      <a:pPr algn="ctr"/>
                      <a:endParaRPr lang="en-US" sz="1400" dirty="0"/>
                    </a:p>
                  </a:txBody>
                  <a:tcPr/>
                </a:tc>
                <a:tc>
                  <a:txBody>
                    <a:bodyPr/>
                    <a:lstStyle/>
                    <a:p>
                      <a:pPr algn="ctr"/>
                      <a:endParaRPr lang="en-US" sz="1400"/>
                    </a:p>
                  </a:txBody>
                  <a:tcPr/>
                </a:tc>
                <a:tc>
                  <a:txBody>
                    <a:bodyPr/>
                    <a:lstStyle/>
                    <a:p>
                      <a:pPr algn="ctr"/>
                      <a:endParaRPr lang="en-US" sz="1400"/>
                    </a:p>
                  </a:txBody>
                  <a:tcPr/>
                </a:tc>
                <a:tc>
                  <a:txBody>
                    <a:bodyPr/>
                    <a:lstStyle/>
                    <a:p>
                      <a:pPr algn="ctr"/>
                      <a:endParaRPr lang="en-US" sz="1400"/>
                    </a:p>
                  </a:txBody>
                  <a:tcPr/>
                </a:tc>
                <a:tc>
                  <a:txBody>
                    <a:bodyPr/>
                    <a:lstStyle/>
                    <a:p>
                      <a:pPr algn="ctr"/>
                      <a:endParaRPr lang="en-US" sz="1400"/>
                    </a:p>
                  </a:txBody>
                  <a:tcPr/>
                </a:tc>
                <a:extLst>
                  <a:ext uri="{0D108BD9-81ED-4DB2-BD59-A6C34878D82A}">
                    <a16:rowId xmlns:a16="http://schemas.microsoft.com/office/drawing/2014/main" val="2418760618"/>
                  </a:ext>
                </a:extLst>
              </a:tr>
              <a:tr h="0">
                <a:tc>
                  <a:txBody>
                    <a:bodyPr/>
                    <a:lstStyle/>
                    <a:p>
                      <a:pPr algn="ctr"/>
                      <a:endParaRPr lang="en-US" sz="1400" dirty="0"/>
                    </a:p>
                  </a:txBody>
                  <a:tcPr/>
                </a:tc>
                <a:tc>
                  <a:txBody>
                    <a:bodyPr/>
                    <a:lstStyle/>
                    <a:p>
                      <a:pPr algn="ctr"/>
                      <a:endParaRPr lang="en-US" sz="1400"/>
                    </a:p>
                  </a:txBody>
                  <a:tcPr/>
                </a:tc>
                <a:tc>
                  <a:txBody>
                    <a:bodyPr/>
                    <a:lstStyle/>
                    <a:p>
                      <a:pPr algn="ctr"/>
                      <a:endParaRPr lang="en-US" sz="1400"/>
                    </a:p>
                  </a:txBody>
                  <a:tcPr/>
                </a:tc>
                <a:tc>
                  <a:txBody>
                    <a:bodyPr/>
                    <a:lstStyle/>
                    <a:p>
                      <a:pPr algn="ctr"/>
                      <a:endParaRPr lang="en-US" sz="1400"/>
                    </a:p>
                  </a:txBody>
                  <a:tcPr/>
                </a:tc>
                <a:tc>
                  <a:txBody>
                    <a:bodyPr/>
                    <a:lstStyle/>
                    <a:p>
                      <a:pPr algn="ctr"/>
                      <a:endParaRPr lang="en-US" sz="1400"/>
                    </a:p>
                  </a:txBody>
                  <a:tcPr/>
                </a:tc>
                <a:extLst>
                  <a:ext uri="{0D108BD9-81ED-4DB2-BD59-A6C34878D82A}">
                    <a16:rowId xmlns:a16="http://schemas.microsoft.com/office/drawing/2014/main" val="1250085665"/>
                  </a:ext>
                </a:extLst>
              </a:tr>
              <a:tr h="378188">
                <a:tc>
                  <a:txBody>
                    <a:bodyPr/>
                    <a:lstStyle/>
                    <a:p>
                      <a:pPr algn="ctr"/>
                      <a:endParaRPr lang="en-US" sz="1400" dirty="0"/>
                    </a:p>
                  </a:txBody>
                  <a:tcPr/>
                </a:tc>
                <a:tc>
                  <a:txBody>
                    <a:bodyPr/>
                    <a:lstStyle/>
                    <a:p>
                      <a:pPr algn="ctr"/>
                      <a:endParaRPr lang="en-US" sz="1400"/>
                    </a:p>
                  </a:txBody>
                  <a:tcPr/>
                </a:tc>
                <a:tc>
                  <a:txBody>
                    <a:bodyPr/>
                    <a:lstStyle/>
                    <a:p>
                      <a:pPr algn="ctr"/>
                      <a:endParaRPr lang="en-US" sz="1400"/>
                    </a:p>
                  </a:txBody>
                  <a:tcPr/>
                </a:tc>
                <a:tc>
                  <a:txBody>
                    <a:bodyPr/>
                    <a:lstStyle/>
                    <a:p>
                      <a:pPr algn="ctr"/>
                      <a:endParaRPr lang="en-US" sz="1400" dirty="0"/>
                    </a:p>
                  </a:txBody>
                  <a:tcPr/>
                </a:tc>
                <a:tc>
                  <a:txBody>
                    <a:bodyPr/>
                    <a:lstStyle/>
                    <a:p>
                      <a:pPr algn="ctr"/>
                      <a:endParaRPr lang="en-US" sz="1400"/>
                    </a:p>
                  </a:txBody>
                  <a:tcPr/>
                </a:tc>
                <a:extLst>
                  <a:ext uri="{0D108BD9-81ED-4DB2-BD59-A6C34878D82A}">
                    <a16:rowId xmlns:a16="http://schemas.microsoft.com/office/drawing/2014/main" val="2705358197"/>
                  </a:ext>
                </a:extLst>
              </a:tr>
              <a:tr h="130551">
                <a:tc>
                  <a:txBody>
                    <a:bodyPr/>
                    <a:lstStyle/>
                    <a:p>
                      <a:pPr algn="ctr"/>
                      <a:endParaRPr lang="en-US" sz="1400" dirty="0"/>
                    </a:p>
                  </a:txBody>
                  <a:tcPr/>
                </a:tc>
                <a:tc>
                  <a:txBody>
                    <a:bodyPr/>
                    <a:lstStyle/>
                    <a:p>
                      <a:pPr algn="ctr"/>
                      <a:endParaRPr lang="en-US" sz="1400"/>
                    </a:p>
                  </a:txBody>
                  <a:tcPr/>
                </a:tc>
                <a:tc>
                  <a:txBody>
                    <a:bodyPr/>
                    <a:lstStyle/>
                    <a:p>
                      <a:pPr algn="ctr"/>
                      <a:endParaRPr lang="en-US" sz="1400"/>
                    </a:p>
                  </a:txBody>
                  <a:tcPr/>
                </a:tc>
                <a:tc>
                  <a:txBody>
                    <a:bodyPr/>
                    <a:lstStyle/>
                    <a:p>
                      <a:pPr algn="ctr"/>
                      <a:endParaRPr lang="en-US" sz="1400"/>
                    </a:p>
                  </a:txBody>
                  <a:tcPr/>
                </a:tc>
                <a:tc>
                  <a:txBody>
                    <a:bodyPr/>
                    <a:lstStyle/>
                    <a:p>
                      <a:pPr algn="ctr"/>
                      <a:endParaRPr lang="en-US" sz="1400" dirty="0"/>
                    </a:p>
                  </a:txBody>
                  <a:tcPr/>
                </a:tc>
                <a:extLst>
                  <a:ext uri="{0D108BD9-81ED-4DB2-BD59-A6C34878D82A}">
                    <a16:rowId xmlns:a16="http://schemas.microsoft.com/office/drawing/2014/main" val="233381022"/>
                  </a:ext>
                </a:extLst>
              </a:tr>
            </a:tbl>
          </a:graphicData>
        </a:graphic>
      </p:graphicFrame>
      <p:graphicFrame>
        <p:nvGraphicFramePr>
          <p:cNvPr id="8" name="Object 7">
            <a:extLst>
              <a:ext uri="{FF2B5EF4-FFF2-40B4-BE49-F238E27FC236}">
                <a16:creationId xmlns:a16="http://schemas.microsoft.com/office/drawing/2014/main" id="{F0DC09EB-3EFB-42C2-8DB9-07B7775BF500}"/>
              </a:ext>
            </a:extLst>
          </p:cNvPr>
          <p:cNvGraphicFramePr>
            <a:graphicFrameLocks noChangeAspect="1"/>
          </p:cNvGraphicFramePr>
          <p:nvPr/>
        </p:nvGraphicFramePr>
        <p:xfrm>
          <a:off x="1457325" y="3378552"/>
          <a:ext cx="1104900" cy="203200"/>
        </p:xfrm>
        <a:graphic>
          <a:graphicData uri="http://schemas.openxmlformats.org/presentationml/2006/ole">
            <mc:AlternateContent xmlns:mc="http://schemas.openxmlformats.org/markup-compatibility/2006">
              <mc:Choice xmlns:v="urn:schemas-microsoft-com:vml" Requires="v">
                <p:oleObj name="Equation" r:id="rId2" imgW="1104840" imgH="203040" progId="Equation.DSMT4">
                  <p:embed/>
                </p:oleObj>
              </mc:Choice>
              <mc:Fallback>
                <p:oleObj name="Equation" r:id="rId2" imgW="1104840" imgH="203040" progId="Equation.DSMT4">
                  <p:embed/>
                  <p:pic>
                    <p:nvPicPr>
                      <p:cNvPr id="8" name="Object 7">
                        <a:extLst>
                          <a:ext uri="{FF2B5EF4-FFF2-40B4-BE49-F238E27FC236}">
                            <a16:creationId xmlns:a16="http://schemas.microsoft.com/office/drawing/2014/main" id="{F0DC09EB-3EFB-42C2-8DB9-07B7775BF500}"/>
                          </a:ext>
                        </a:extLst>
                      </p:cNvPr>
                      <p:cNvPicPr/>
                      <p:nvPr/>
                    </p:nvPicPr>
                    <p:blipFill>
                      <a:blip r:embed="rId3"/>
                      <a:stretch>
                        <a:fillRect/>
                      </a:stretch>
                    </p:blipFill>
                    <p:spPr>
                      <a:xfrm>
                        <a:off x="1457325" y="3378552"/>
                        <a:ext cx="1104900" cy="203200"/>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472B3281-1615-4F18-80EC-E611A567C6F4}"/>
              </a:ext>
            </a:extLst>
          </p:cNvPr>
          <p:cNvGraphicFramePr>
            <a:graphicFrameLocks noChangeAspect="1"/>
          </p:cNvGraphicFramePr>
          <p:nvPr/>
        </p:nvGraphicFramePr>
        <p:xfrm>
          <a:off x="2870200" y="3381715"/>
          <a:ext cx="914400" cy="203200"/>
        </p:xfrm>
        <a:graphic>
          <a:graphicData uri="http://schemas.openxmlformats.org/presentationml/2006/ole">
            <mc:AlternateContent xmlns:mc="http://schemas.openxmlformats.org/markup-compatibility/2006">
              <mc:Choice xmlns:v="urn:schemas-microsoft-com:vml" Requires="v">
                <p:oleObj name="Equation" r:id="rId4" imgW="914400" imgH="203040" progId="Equation.DSMT4">
                  <p:embed/>
                </p:oleObj>
              </mc:Choice>
              <mc:Fallback>
                <p:oleObj name="Equation" r:id="rId4" imgW="914400" imgH="203040" progId="Equation.DSMT4">
                  <p:embed/>
                  <p:pic>
                    <p:nvPicPr>
                      <p:cNvPr id="9" name="Object 8">
                        <a:extLst>
                          <a:ext uri="{FF2B5EF4-FFF2-40B4-BE49-F238E27FC236}">
                            <a16:creationId xmlns:a16="http://schemas.microsoft.com/office/drawing/2014/main" id="{472B3281-1615-4F18-80EC-E611A567C6F4}"/>
                          </a:ext>
                        </a:extLst>
                      </p:cNvPr>
                      <p:cNvPicPr/>
                      <p:nvPr/>
                    </p:nvPicPr>
                    <p:blipFill>
                      <a:blip r:embed="rId5"/>
                      <a:stretch>
                        <a:fillRect/>
                      </a:stretch>
                    </p:blipFill>
                    <p:spPr>
                      <a:xfrm>
                        <a:off x="2870200" y="3381715"/>
                        <a:ext cx="914400" cy="203200"/>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7117608B-501D-4D2D-B82B-DBFF3747F29A}"/>
              </a:ext>
            </a:extLst>
          </p:cNvPr>
          <p:cNvGraphicFramePr>
            <a:graphicFrameLocks noChangeAspect="1"/>
          </p:cNvGraphicFramePr>
          <p:nvPr/>
        </p:nvGraphicFramePr>
        <p:xfrm>
          <a:off x="4029075" y="3378552"/>
          <a:ext cx="1028700" cy="203200"/>
        </p:xfrm>
        <a:graphic>
          <a:graphicData uri="http://schemas.openxmlformats.org/presentationml/2006/ole">
            <mc:AlternateContent xmlns:mc="http://schemas.openxmlformats.org/markup-compatibility/2006">
              <mc:Choice xmlns:v="urn:schemas-microsoft-com:vml" Requires="v">
                <p:oleObj name="Equation" r:id="rId6" imgW="1028520" imgH="203040" progId="Equation.DSMT4">
                  <p:embed/>
                </p:oleObj>
              </mc:Choice>
              <mc:Fallback>
                <p:oleObj name="Equation" r:id="rId6" imgW="1028520" imgH="203040" progId="Equation.DSMT4">
                  <p:embed/>
                  <p:pic>
                    <p:nvPicPr>
                      <p:cNvPr id="10" name="Object 9">
                        <a:extLst>
                          <a:ext uri="{FF2B5EF4-FFF2-40B4-BE49-F238E27FC236}">
                            <a16:creationId xmlns:a16="http://schemas.microsoft.com/office/drawing/2014/main" id="{7117608B-501D-4D2D-B82B-DBFF3747F29A}"/>
                          </a:ext>
                        </a:extLst>
                      </p:cNvPr>
                      <p:cNvPicPr/>
                      <p:nvPr/>
                    </p:nvPicPr>
                    <p:blipFill>
                      <a:blip r:embed="rId7"/>
                      <a:stretch>
                        <a:fillRect/>
                      </a:stretch>
                    </p:blipFill>
                    <p:spPr>
                      <a:xfrm>
                        <a:off x="4029075" y="3378552"/>
                        <a:ext cx="1028700" cy="203200"/>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E27B39D2-DA44-4CB5-A52F-FAF10601EA73}"/>
              </a:ext>
            </a:extLst>
          </p:cNvPr>
          <p:cNvGraphicFramePr>
            <a:graphicFrameLocks noChangeAspect="1"/>
          </p:cNvGraphicFramePr>
          <p:nvPr/>
        </p:nvGraphicFramePr>
        <p:xfrm>
          <a:off x="5410200" y="3378904"/>
          <a:ext cx="673100" cy="203200"/>
        </p:xfrm>
        <a:graphic>
          <a:graphicData uri="http://schemas.openxmlformats.org/presentationml/2006/ole">
            <mc:AlternateContent xmlns:mc="http://schemas.openxmlformats.org/markup-compatibility/2006">
              <mc:Choice xmlns:v="urn:schemas-microsoft-com:vml" Requires="v">
                <p:oleObj name="Equation" r:id="rId8" imgW="672840" imgH="203040" progId="Equation.DSMT4">
                  <p:embed/>
                </p:oleObj>
              </mc:Choice>
              <mc:Fallback>
                <p:oleObj name="Equation" r:id="rId8" imgW="672840" imgH="203040" progId="Equation.DSMT4">
                  <p:embed/>
                  <p:pic>
                    <p:nvPicPr>
                      <p:cNvPr id="11" name="Object 10">
                        <a:extLst>
                          <a:ext uri="{FF2B5EF4-FFF2-40B4-BE49-F238E27FC236}">
                            <a16:creationId xmlns:a16="http://schemas.microsoft.com/office/drawing/2014/main" id="{E27B39D2-DA44-4CB5-A52F-FAF10601EA73}"/>
                          </a:ext>
                        </a:extLst>
                      </p:cNvPr>
                      <p:cNvPicPr/>
                      <p:nvPr/>
                    </p:nvPicPr>
                    <p:blipFill>
                      <a:blip r:embed="rId9"/>
                      <a:stretch>
                        <a:fillRect/>
                      </a:stretch>
                    </p:blipFill>
                    <p:spPr>
                      <a:xfrm>
                        <a:off x="5410200" y="3378904"/>
                        <a:ext cx="673100" cy="203200"/>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F42779A6-5874-4319-AE22-789485809AD1}"/>
              </a:ext>
            </a:extLst>
          </p:cNvPr>
          <p:cNvGraphicFramePr>
            <a:graphicFrameLocks noChangeAspect="1"/>
          </p:cNvGraphicFramePr>
          <p:nvPr/>
        </p:nvGraphicFramePr>
        <p:xfrm>
          <a:off x="6775450" y="3378552"/>
          <a:ext cx="482600" cy="203200"/>
        </p:xfrm>
        <a:graphic>
          <a:graphicData uri="http://schemas.openxmlformats.org/presentationml/2006/ole">
            <mc:AlternateContent xmlns:mc="http://schemas.openxmlformats.org/markup-compatibility/2006">
              <mc:Choice xmlns:v="urn:schemas-microsoft-com:vml" Requires="v">
                <p:oleObj name="Equation" r:id="rId10" imgW="482400" imgH="203040" progId="Equation.DSMT4">
                  <p:embed/>
                </p:oleObj>
              </mc:Choice>
              <mc:Fallback>
                <p:oleObj name="Equation" r:id="rId10" imgW="482400" imgH="203040" progId="Equation.DSMT4">
                  <p:embed/>
                  <p:pic>
                    <p:nvPicPr>
                      <p:cNvPr id="12" name="Object 11">
                        <a:extLst>
                          <a:ext uri="{FF2B5EF4-FFF2-40B4-BE49-F238E27FC236}">
                            <a16:creationId xmlns:a16="http://schemas.microsoft.com/office/drawing/2014/main" id="{F42779A6-5874-4319-AE22-789485809AD1}"/>
                          </a:ext>
                        </a:extLst>
                      </p:cNvPr>
                      <p:cNvPicPr/>
                      <p:nvPr/>
                    </p:nvPicPr>
                    <p:blipFill>
                      <a:blip r:embed="rId11"/>
                      <a:stretch>
                        <a:fillRect/>
                      </a:stretch>
                    </p:blipFill>
                    <p:spPr>
                      <a:xfrm>
                        <a:off x="6775450" y="3378552"/>
                        <a:ext cx="482600" cy="203200"/>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D6ACA6A3-03E1-47AE-A785-1D6096AD73AE}"/>
              </a:ext>
            </a:extLst>
          </p:cNvPr>
          <p:cNvGraphicFramePr>
            <a:graphicFrameLocks noChangeAspect="1"/>
          </p:cNvGraphicFramePr>
          <p:nvPr/>
        </p:nvGraphicFramePr>
        <p:xfrm>
          <a:off x="1952627" y="3699729"/>
          <a:ext cx="101600" cy="190500"/>
        </p:xfrm>
        <a:graphic>
          <a:graphicData uri="http://schemas.openxmlformats.org/presentationml/2006/ole">
            <mc:AlternateContent xmlns:mc="http://schemas.openxmlformats.org/markup-compatibility/2006">
              <mc:Choice xmlns:v="urn:schemas-microsoft-com:vml" Requires="v">
                <p:oleObj name="Equation" r:id="rId12" imgW="101520" imgH="190440" progId="Equation.DSMT4">
                  <p:embed/>
                </p:oleObj>
              </mc:Choice>
              <mc:Fallback>
                <p:oleObj name="Equation" r:id="rId12" imgW="101520" imgH="190440" progId="Equation.DSMT4">
                  <p:embed/>
                  <p:pic>
                    <p:nvPicPr>
                      <p:cNvPr id="13" name="Object 12">
                        <a:extLst>
                          <a:ext uri="{FF2B5EF4-FFF2-40B4-BE49-F238E27FC236}">
                            <a16:creationId xmlns:a16="http://schemas.microsoft.com/office/drawing/2014/main" id="{D6ACA6A3-03E1-47AE-A785-1D6096AD73AE}"/>
                          </a:ext>
                        </a:extLst>
                      </p:cNvPr>
                      <p:cNvPicPr/>
                      <p:nvPr/>
                    </p:nvPicPr>
                    <p:blipFill>
                      <a:blip r:embed="rId13"/>
                      <a:stretch>
                        <a:fillRect/>
                      </a:stretch>
                    </p:blipFill>
                    <p:spPr>
                      <a:xfrm>
                        <a:off x="1952627" y="3699729"/>
                        <a:ext cx="101600" cy="190500"/>
                      </a:xfrm>
                      <a:prstGeom prst="rect">
                        <a:avLst/>
                      </a:prstGeom>
                    </p:spPr>
                  </p:pic>
                </p:oleObj>
              </mc:Fallback>
            </mc:AlternateContent>
          </a:graphicData>
        </a:graphic>
      </p:graphicFrame>
      <p:graphicFrame>
        <p:nvGraphicFramePr>
          <p:cNvPr id="14" name="Object 13">
            <a:extLst>
              <a:ext uri="{FF2B5EF4-FFF2-40B4-BE49-F238E27FC236}">
                <a16:creationId xmlns:a16="http://schemas.microsoft.com/office/drawing/2014/main" id="{0C2CE3C4-B77B-4BF5-93E1-E5ECD13FE72D}"/>
              </a:ext>
            </a:extLst>
          </p:cNvPr>
          <p:cNvGraphicFramePr>
            <a:graphicFrameLocks noChangeAspect="1"/>
          </p:cNvGraphicFramePr>
          <p:nvPr/>
        </p:nvGraphicFramePr>
        <p:xfrm>
          <a:off x="3257550" y="3699729"/>
          <a:ext cx="139700" cy="190500"/>
        </p:xfrm>
        <a:graphic>
          <a:graphicData uri="http://schemas.openxmlformats.org/presentationml/2006/ole">
            <mc:AlternateContent xmlns:mc="http://schemas.openxmlformats.org/markup-compatibility/2006">
              <mc:Choice xmlns:v="urn:schemas-microsoft-com:vml" Requires="v">
                <p:oleObj name="Equation" r:id="rId14" imgW="139680" imgH="190440" progId="Equation.DSMT4">
                  <p:embed/>
                </p:oleObj>
              </mc:Choice>
              <mc:Fallback>
                <p:oleObj name="Equation" r:id="rId14" imgW="139680" imgH="190440" progId="Equation.DSMT4">
                  <p:embed/>
                  <p:pic>
                    <p:nvPicPr>
                      <p:cNvPr id="14" name="Object 13">
                        <a:extLst>
                          <a:ext uri="{FF2B5EF4-FFF2-40B4-BE49-F238E27FC236}">
                            <a16:creationId xmlns:a16="http://schemas.microsoft.com/office/drawing/2014/main" id="{0C2CE3C4-B77B-4BF5-93E1-E5ECD13FE72D}"/>
                          </a:ext>
                        </a:extLst>
                      </p:cNvPr>
                      <p:cNvPicPr/>
                      <p:nvPr/>
                    </p:nvPicPr>
                    <p:blipFill>
                      <a:blip r:embed="rId15"/>
                      <a:stretch>
                        <a:fillRect/>
                      </a:stretch>
                    </p:blipFill>
                    <p:spPr>
                      <a:xfrm>
                        <a:off x="3257550" y="3699729"/>
                        <a:ext cx="139700" cy="190500"/>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811D1E23-A95C-4239-9248-8E9D341A60B9}"/>
              </a:ext>
            </a:extLst>
          </p:cNvPr>
          <p:cNvGraphicFramePr>
            <a:graphicFrameLocks noChangeAspect="1"/>
          </p:cNvGraphicFramePr>
          <p:nvPr/>
        </p:nvGraphicFramePr>
        <p:xfrm>
          <a:off x="4483100" y="3690204"/>
          <a:ext cx="139700" cy="203200"/>
        </p:xfrm>
        <a:graphic>
          <a:graphicData uri="http://schemas.openxmlformats.org/presentationml/2006/ole">
            <mc:AlternateContent xmlns:mc="http://schemas.openxmlformats.org/markup-compatibility/2006">
              <mc:Choice xmlns:v="urn:schemas-microsoft-com:vml" Requires="v">
                <p:oleObj name="Equation" r:id="rId16" imgW="139680" imgH="203040" progId="Equation.DSMT4">
                  <p:embed/>
                </p:oleObj>
              </mc:Choice>
              <mc:Fallback>
                <p:oleObj name="Equation" r:id="rId16" imgW="139680" imgH="203040" progId="Equation.DSMT4">
                  <p:embed/>
                  <p:pic>
                    <p:nvPicPr>
                      <p:cNvPr id="15" name="Object 14">
                        <a:extLst>
                          <a:ext uri="{FF2B5EF4-FFF2-40B4-BE49-F238E27FC236}">
                            <a16:creationId xmlns:a16="http://schemas.microsoft.com/office/drawing/2014/main" id="{811D1E23-A95C-4239-9248-8E9D341A60B9}"/>
                          </a:ext>
                        </a:extLst>
                      </p:cNvPr>
                      <p:cNvPicPr/>
                      <p:nvPr/>
                    </p:nvPicPr>
                    <p:blipFill>
                      <a:blip r:embed="rId17"/>
                      <a:stretch>
                        <a:fillRect/>
                      </a:stretch>
                    </p:blipFill>
                    <p:spPr>
                      <a:xfrm>
                        <a:off x="4483100" y="3690204"/>
                        <a:ext cx="139700" cy="203200"/>
                      </a:xfrm>
                      <a:prstGeom prst="rect">
                        <a:avLst/>
                      </a:prstGeom>
                    </p:spPr>
                  </p:pic>
                </p:oleObj>
              </mc:Fallback>
            </mc:AlternateContent>
          </a:graphicData>
        </a:graphic>
      </p:graphicFrame>
      <p:graphicFrame>
        <p:nvGraphicFramePr>
          <p:cNvPr id="16" name="Object 15">
            <a:extLst>
              <a:ext uri="{FF2B5EF4-FFF2-40B4-BE49-F238E27FC236}">
                <a16:creationId xmlns:a16="http://schemas.microsoft.com/office/drawing/2014/main" id="{5F707F04-7D2A-4088-8353-D0906B623E42}"/>
              </a:ext>
            </a:extLst>
          </p:cNvPr>
          <p:cNvGraphicFramePr>
            <a:graphicFrameLocks noChangeAspect="1"/>
          </p:cNvGraphicFramePr>
          <p:nvPr/>
        </p:nvGraphicFramePr>
        <p:xfrm>
          <a:off x="5765800" y="3680679"/>
          <a:ext cx="139700" cy="203200"/>
        </p:xfrm>
        <a:graphic>
          <a:graphicData uri="http://schemas.openxmlformats.org/presentationml/2006/ole">
            <mc:AlternateContent xmlns:mc="http://schemas.openxmlformats.org/markup-compatibility/2006">
              <mc:Choice xmlns:v="urn:schemas-microsoft-com:vml" Requires="v">
                <p:oleObj name="Equation" r:id="rId18" imgW="139680" imgH="203040" progId="Equation.DSMT4">
                  <p:embed/>
                </p:oleObj>
              </mc:Choice>
              <mc:Fallback>
                <p:oleObj name="Equation" r:id="rId18" imgW="139680" imgH="203040" progId="Equation.DSMT4">
                  <p:embed/>
                  <p:pic>
                    <p:nvPicPr>
                      <p:cNvPr id="16" name="Object 15">
                        <a:extLst>
                          <a:ext uri="{FF2B5EF4-FFF2-40B4-BE49-F238E27FC236}">
                            <a16:creationId xmlns:a16="http://schemas.microsoft.com/office/drawing/2014/main" id="{5F707F04-7D2A-4088-8353-D0906B623E42}"/>
                          </a:ext>
                        </a:extLst>
                      </p:cNvPr>
                      <p:cNvPicPr/>
                      <p:nvPr/>
                    </p:nvPicPr>
                    <p:blipFill>
                      <a:blip r:embed="rId19"/>
                      <a:stretch>
                        <a:fillRect/>
                      </a:stretch>
                    </p:blipFill>
                    <p:spPr>
                      <a:xfrm>
                        <a:off x="5765800" y="3680679"/>
                        <a:ext cx="139700" cy="203200"/>
                      </a:xfrm>
                      <a:prstGeom prst="rect">
                        <a:avLst/>
                      </a:prstGeom>
                    </p:spPr>
                  </p:pic>
                </p:oleObj>
              </mc:Fallback>
            </mc:AlternateContent>
          </a:graphicData>
        </a:graphic>
      </p:graphicFrame>
      <p:graphicFrame>
        <p:nvGraphicFramePr>
          <p:cNvPr id="17" name="Object 16">
            <a:extLst>
              <a:ext uri="{FF2B5EF4-FFF2-40B4-BE49-F238E27FC236}">
                <a16:creationId xmlns:a16="http://schemas.microsoft.com/office/drawing/2014/main" id="{FB2ECA76-0116-4EB6-B0A2-ECB09B22FA11}"/>
              </a:ext>
            </a:extLst>
          </p:cNvPr>
          <p:cNvGraphicFramePr>
            <a:graphicFrameLocks noChangeAspect="1"/>
          </p:cNvGraphicFramePr>
          <p:nvPr/>
        </p:nvGraphicFramePr>
        <p:xfrm>
          <a:off x="6953252" y="3696554"/>
          <a:ext cx="139700" cy="190500"/>
        </p:xfrm>
        <a:graphic>
          <a:graphicData uri="http://schemas.openxmlformats.org/presentationml/2006/ole">
            <mc:AlternateContent xmlns:mc="http://schemas.openxmlformats.org/markup-compatibility/2006">
              <mc:Choice xmlns:v="urn:schemas-microsoft-com:vml" Requires="v">
                <p:oleObj name="Equation" r:id="rId20" imgW="139680" imgH="190440" progId="Equation.DSMT4">
                  <p:embed/>
                </p:oleObj>
              </mc:Choice>
              <mc:Fallback>
                <p:oleObj name="Equation" r:id="rId20" imgW="139680" imgH="190440" progId="Equation.DSMT4">
                  <p:embed/>
                  <p:pic>
                    <p:nvPicPr>
                      <p:cNvPr id="17" name="Object 16">
                        <a:extLst>
                          <a:ext uri="{FF2B5EF4-FFF2-40B4-BE49-F238E27FC236}">
                            <a16:creationId xmlns:a16="http://schemas.microsoft.com/office/drawing/2014/main" id="{FB2ECA76-0116-4EB6-B0A2-ECB09B22FA11}"/>
                          </a:ext>
                        </a:extLst>
                      </p:cNvPr>
                      <p:cNvPicPr/>
                      <p:nvPr/>
                    </p:nvPicPr>
                    <p:blipFill>
                      <a:blip r:embed="rId21"/>
                      <a:stretch>
                        <a:fillRect/>
                      </a:stretch>
                    </p:blipFill>
                    <p:spPr>
                      <a:xfrm>
                        <a:off x="6953252" y="3696554"/>
                        <a:ext cx="139700" cy="190500"/>
                      </a:xfrm>
                      <a:prstGeom prst="rect">
                        <a:avLst/>
                      </a:prstGeom>
                    </p:spPr>
                  </p:pic>
                </p:oleObj>
              </mc:Fallback>
            </mc:AlternateContent>
          </a:graphicData>
        </a:graphic>
      </p:graphicFrame>
      <p:graphicFrame>
        <p:nvGraphicFramePr>
          <p:cNvPr id="18" name="Object 17">
            <a:extLst>
              <a:ext uri="{FF2B5EF4-FFF2-40B4-BE49-F238E27FC236}">
                <a16:creationId xmlns:a16="http://schemas.microsoft.com/office/drawing/2014/main" id="{887D2B88-E5EC-4501-A2A7-56AE43B4C9FE}"/>
              </a:ext>
            </a:extLst>
          </p:cNvPr>
          <p:cNvGraphicFramePr>
            <a:graphicFrameLocks noChangeAspect="1"/>
          </p:cNvGraphicFramePr>
          <p:nvPr/>
        </p:nvGraphicFramePr>
        <p:xfrm>
          <a:off x="1924054" y="4000500"/>
          <a:ext cx="139700" cy="190500"/>
        </p:xfrm>
        <a:graphic>
          <a:graphicData uri="http://schemas.openxmlformats.org/presentationml/2006/ole">
            <mc:AlternateContent xmlns:mc="http://schemas.openxmlformats.org/markup-compatibility/2006">
              <mc:Choice xmlns:v="urn:schemas-microsoft-com:vml" Requires="v">
                <p:oleObj name="Equation" r:id="rId22" imgW="139680" imgH="190440" progId="Equation.DSMT4">
                  <p:embed/>
                </p:oleObj>
              </mc:Choice>
              <mc:Fallback>
                <p:oleObj name="Equation" r:id="rId22" imgW="139680" imgH="190440" progId="Equation.DSMT4">
                  <p:embed/>
                  <p:pic>
                    <p:nvPicPr>
                      <p:cNvPr id="18" name="Object 17">
                        <a:extLst>
                          <a:ext uri="{FF2B5EF4-FFF2-40B4-BE49-F238E27FC236}">
                            <a16:creationId xmlns:a16="http://schemas.microsoft.com/office/drawing/2014/main" id="{887D2B88-E5EC-4501-A2A7-56AE43B4C9FE}"/>
                          </a:ext>
                        </a:extLst>
                      </p:cNvPr>
                      <p:cNvPicPr/>
                      <p:nvPr/>
                    </p:nvPicPr>
                    <p:blipFill>
                      <a:blip r:embed="rId23"/>
                      <a:stretch>
                        <a:fillRect/>
                      </a:stretch>
                    </p:blipFill>
                    <p:spPr>
                      <a:xfrm>
                        <a:off x="1924054" y="4000500"/>
                        <a:ext cx="139700" cy="190500"/>
                      </a:xfrm>
                      <a:prstGeom prst="rect">
                        <a:avLst/>
                      </a:prstGeom>
                    </p:spPr>
                  </p:pic>
                </p:oleObj>
              </mc:Fallback>
            </mc:AlternateContent>
          </a:graphicData>
        </a:graphic>
      </p:graphicFrame>
      <p:graphicFrame>
        <p:nvGraphicFramePr>
          <p:cNvPr id="19" name="Object 18">
            <a:extLst>
              <a:ext uri="{FF2B5EF4-FFF2-40B4-BE49-F238E27FC236}">
                <a16:creationId xmlns:a16="http://schemas.microsoft.com/office/drawing/2014/main" id="{7745337D-9EA5-4DA5-9CFB-83930DD51CF5}"/>
              </a:ext>
            </a:extLst>
          </p:cNvPr>
          <p:cNvGraphicFramePr>
            <a:graphicFrameLocks noChangeAspect="1"/>
          </p:cNvGraphicFramePr>
          <p:nvPr/>
        </p:nvGraphicFramePr>
        <p:xfrm>
          <a:off x="3273425" y="3997408"/>
          <a:ext cx="139700" cy="203200"/>
        </p:xfrm>
        <a:graphic>
          <a:graphicData uri="http://schemas.openxmlformats.org/presentationml/2006/ole">
            <mc:AlternateContent xmlns:mc="http://schemas.openxmlformats.org/markup-compatibility/2006">
              <mc:Choice xmlns:v="urn:schemas-microsoft-com:vml" Requires="v">
                <p:oleObj name="Equation" r:id="rId24" imgW="139680" imgH="203040" progId="Equation.DSMT4">
                  <p:embed/>
                </p:oleObj>
              </mc:Choice>
              <mc:Fallback>
                <p:oleObj name="Equation" r:id="rId24" imgW="139680" imgH="203040" progId="Equation.DSMT4">
                  <p:embed/>
                  <p:pic>
                    <p:nvPicPr>
                      <p:cNvPr id="19" name="Object 18">
                        <a:extLst>
                          <a:ext uri="{FF2B5EF4-FFF2-40B4-BE49-F238E27FC236}">
                            <a16:creationId xmlns:a16="http://schemas.microsoft.com/office/drawing/2014/main" id="{7745337D-9EA5-4DA5-9CFB-83930DD51CF5}"/>
                          </a:ext>
                        </a:extLst>
                      </p:cNvPr>
                      <p:cNvPicPr/>
                      <p:nvPr/>
                    </p:nvPicPr>
                    <p:blipFill>
                      <a:blip r:embed="rId25"/>
                      <a:stretch>
                        <a:fillRect/>
                      </a:stretch>
                    </p:blipFill>
                    <p:spPr>
                      <a:xfrm>
                        <a:off x="3273425" y="3997408"/>
                        <a:ext cx="139700" cy="203200"/>
                      </a:xfrm>
                      <a:prstGeom prst="rect">
                        <a:avLst/>
                      </a:prstGeom>
                    </p:spPr>
                  </p:pic>
                </p:oleObj>
              </mc:Fallback>
            </mc:AlternateContent>
          </a:graphicData>
        </a:graphic>
      </p:graphicFrame>
      <p:graphicFrame>
        <p:nvGraphicFramePr>
          <p:cNvPr id="20" name="Object 19">
            <a:extLst>
              <a:ext uri="{FF2B5EF4-FFF2-40B4-BE49-F238E27FC236}">
                <a16:creationId xmlns:a16="http://schemas.microsoft.com/office/drawing/2014/main" id="{26467418-20A3-44E9-89B7-923F5F71CD19}"/>
              </a:ext>
            </a:extLst>
          </p:cNvPr>
          <p:cNvGraphicFramePr>
            <a:graphicFrameLocks noChangeAspect="1"/>
          </p:cNvGraphicFramePr>
          <p:nvPr/>
        </p:nvGraphicFramePr>
        <p:xfrm>
          <a:off x="4473575" y="3998907"/>
          <a:ext cx="139700" cy="203200"/>
        </p:xfrm>
        <a:graphic>
          <a:graphicData uri="http://schemas.openxmlformats.org/presentationml/2006/ole">
            <mc:AlternateContent xmlns:mc="http://schemas.openxmlformats.org/markup-compatibility/2006">
              <mc:Choice xmlns:v="urn:schemas-microsoft-com:vml" Requires="v">
                <p:oleObj name="Equation" r:id="rId26" imgW="139680" imgH="203040" progId="Equation.DSMT4">
                  <p:embed/>
                </p:oleObj>
              </mc:Choice>
              <mc:Fallback>
                <p:oleObj name="Equation" r:id="rId26" imgW="139680" imgH="203040" progId="Equation.DSMT4">
                  <p:embed/>
                  <p:pic>
                    <p:nvPicPr>
                      <p:cNvPr id="20" name="Object 19">
                        <a:extLst>
                          <a:ext uri="{FF2B5EF4-FFF2-40B4-BE49-F238E27FC236}">
                            <a16:creationId xmlns:a16="http://schemas.microsoft.com/office/drawing/2014/main" id="{26467418-20A3-44E9-89B7-923F5F71CD19}"/>
                          </a:ext>
                        </a:extLst>
                      </p:cNvPr>
                      <p:cNvPicPr/>
                      <p:nvPr/>
                    </p:nvPicPr>
                    <p:blipFill>
                      <a:blip r:embed="rId27"/>
                      <a:stretch>
                        <a:fillRect/>
                      </a:stretch>
                    </p:blipFill>
                    <p:spPr>
                      <a:xfrm>
                        <a:off x="4473575" y="3998907"/>
                        <a:ext cx="139700" cy="203200"/>
                      </a:xfrm>
                      <a:prstGeom prst="rect">
                        <a:avLst/>
                      </a:prstGeom>
                    </p:spPr>
                  </p:pic>
                </p:oleObj>
              </mc:Fallback>
            </mc:AlternateContent>
          </a:graphicData>
        </a:graphic>
      </p:graphicFrame>
      <p:graphicFrame>
        <p:nvGraphicFramePr>
          <p:cNvPr id="21" name="Object 20">
            <a:extLst>
              <a:ext uri="{FF2B5EF4-FFF2-40B4-BE49-F238E27FC236}">
                <a16:creationId xmlns:a16="http://schemas.microsoft.com/office/drawing/2014/main" id="{956A0A89-DCB0-45A8-941B-093A89C448F7}"/>
              </a:ext>
            </a:extLst>
          </p:cNvPr>
          <p:cNvGraphicFramePr>
            <a:graphicFrameLocks noChangeAspect="1"/>
          </p:cNvGraphicFramePr>
          <p:nvPr/>
        </p:nvGraphicFramePr>
        <p:xfrm>
          <a:off x="6959602" y="3995481"/>
          <a:ext cx="139700" cy="203200"/>
        </p:xfrm>
        <a:graphic>
          <a:graphicData uri="http://schemas.openxmlformats.org/presentationml/2006/ole">
            <mc:AlternateContent xmlns:mc="http://schemas.openxmlformats.org/markup-compatibility/2006">
              <mc:Choice xmlns:v="urn:schemas-microsoft-com:vml" Requires="v">
                <p:oleObj name="Equation" r:id="rId28" imgW="139680" imgH="203040" progId="Equation.DSMT4">
                  <p:embed/>
                </p:oleObj>
              </mc:Choice>
              <mc:Fallback>
                <p:oleObj name="Equation" r:id="rId28" imgW="139680" imgH="203040" progId="Equation.DSMT4">
                  <p:embed/>
                  <p:pic>
                    <p:nvPicPr>
                      <p:cNvPr id="21" name="Object 20">
                        <a:extLst>
                          <a:ext uri="{FF2B5EF4-FFF2-40B4-BE49-F238E27FC236}">
                            <a16:creationId xmlns:a16="http://schemas.microsoft.com/office/drawing/2014/main" id="{956A0A89-DCB0-45A8-941B-093A89C448F7}"/>
                          </a:ext>
                        </a:extLst>
                      </p:cNvPr>
                      <p:cNvPicPr/>
                      <p:nvPr/>
                    </p:nvPicPr>
                    <p:blipFill>
                      <a:blip r:embed="rId29"/>
                      <a:stretch>
                        <a:fillRect/>
                      </a:stretch>
                    </p:blipFill>
                    <p:spPr>
                      <a:xfrm>
                        <a:off x="6959602" y="3995481"/>
                        <a:ext cx="139700" cy="203200"/>
                      </a:xfrm>
                      <a:prstGeom prst="rect">
                        <a:avLst/>
                      </a:prstGeom>
                    </p:spPr>
                  </p:pic>
                </p:oleObj>
              </mc:Fallback>
            </mc:AlternateContent>
          </a:graphicData>
        </a:graphic>
      </p:graphicFrame>
      <p:graphicFrame>
        <p:nvGraphicFramePr>
          <p:cNvPr id="22" name="Object 21">
            <a:extLst>
              <a:ext uri="{FF2B5EF4-FFF2-40B4-BE49-F238E27FC236}">
                <a16:creationId xmlns:a16="http://schemas.microsoft.com/office/drawing/2014/main" id="{DC32950D-AE18-4CED-88A3-7E99902A1E2B}"/>
              </a:ext>
            </a:extLst>
          </p:cNvPr>
          <p:cNvGraphicFramePr>
            <a:graphicFrameLocks noChangeAspect="1"/>
          </p:cNvGraphicFramePr>
          <p:nvPr/>
        </p:nvGraphicFramePr>
        <p:xfrm>
          <a:off x="1958979" y="4328931"/>
          <a:ext cx="76200" cy="215900"/>
        </p:xfrm>
        <a:graphic>
          <a:graphicData uri="http://schemas.openxmlformats.org/presentationml/2006/ole">
            <mc:AlternateContent xmlns:mc="http://schemas.openxmlformats.org/markup-compatibility/2006">
              <mc:Choice xmlns:v="urn:schemas-microsoft-com:vml" Requires="v">
                <p:oleObj name="Equation" r:id="rId30" imgW="75960" imgH="215640" progId="Equation.DSMT4">
                  <p:embed/>
                </p:oleObj>
              </mc:Choice>
              <mc:Fallback>
                <p:oleObj name="Equation" r:id="rId30" imgW="75960" imgH="215640" progId="Equation.DSMT4">
                  <p:embed/>
                  <p:pic>
                    <p:nvPicPr>
                      <p:cNvPr id="22" name="Object 21">
                        <a:extLst>
                          <a:ext uri="{FF2B5EF4-FFF2-40B4-BE49-F238E27FC236}">
                            <a16:creationId xmlns:a16="http://schemas.microsoft.com/office/drawing/2014/main" id="{DC32950D-AE18-4CED-88A3-7E99902A1E2B}"/>
                          </a:ext>
                        </a:extLst>
                      </p:cNvPr>
                      <p:cNvPicPr/>
                      <p:nvPr/>
                    </p:nvPicPr>
                    <p:blipFill>
                      <a:blip r:embed="rId31"/>
                      <a:stretch>
                        <a:fillRect/>
                      </a:stretch>
                    </p:blipFill>
                    <p:spPr>
                      <a:xfrm>
                        <a:off x="1958979" y="4328931"/>
                        <a:ext cx="76200" cy="215900"/>
                      </a:xfrm>
                      <a:prstGeom prst="rect">
                        <a:avLst/>
                      </a:prstGeom>
                    </p:spPr>
                  </p:pic>
                </p:oleObj>
              </mc:Fallback>
            </mc:AlternateContent>
          </a:graphicData>
        </a:graphic>
      </p:graphicFrame>
      <p:graphicFrame>
        <p:nvGraphicFramePr>
          <p:cNvPr id="23" name="Object 22">
            <a:extLst>
              <a:ext uri="{FF2B5EF4-FFF2-40B4-BE49-F238E27FC236}">
                <a16:creationId xmlns:a16="http://schemas.microsoft.com/office/drawing/2014/main" id="{6F8CD140-3C44-4FFF-8465-4A87FC6475C6}"/>
              </a:ext>
            </a:extLst>
          </p:cNvPr>
          <p:cNvGraphicFramePr>
            <a:graphicFrameLocks noChangeAspect="1"/>
          </p:cNvGraphicFramePr>
          <p:nvPr/>
        </p:nvGraphicFramePr>
        <p:xfrm>
          <a:off x="3289300" y="4319406"/>
          <a:ext cx="76200" cy="215900"/>
        </p:xfrm>
        <a:graphic>
          <a:graphicData uri="http://schemas.openxmlformats.org/presentationml/2006/ole">
            <mc:AlternateContent xmlns:mc="http://schemas.openxmlformats.org/markup-compatibility/2006">
              <mc:Choice xmlns:v="urn:schemas-microsoft-com:vml" Requires="v">
                <p:oleObj name="Equation" r:id="rId32" imgW="75960" imgH="215640" progId="Equation.DSMT4">
                  <p:embed/>
                </p:oleObj>
              </mc:Choice>
              <mc:Fallback>
                <p:oleObj name="Equation" r:id="rId32" imgW="75960" imgH="215640" progId="Equation.DSMT4">
                  <p:embed/>
                  <p:pic>
                    <p:nvPicPr>
                      <p:cNvPr id="23" name="Object 22">
                        <a:extLst>
                          <a:ext uri="{FF2B5EF4-FFF2-40B4-BE49-F238E27FC236}">
                            <a16:creationId xmlns:a16="http://schemas.microsoft.com/office/drawing/2014/main" id="{6F8CD140-3C44-4FFF-8465-4A87FC6475C6}"/>
                          </a:ext>
                        </a:extLst>
                      </p:cNvPr>
                      <p:cNvPicPr/>
                      <p:nvPr/>
                    </p:nvPicPr>
                    <p:blipFill>
                      <a:blip r:embed="rId33"/>
                      <a:stretch>
                        <a:fillRect/>
                      </a:stretch>
                    </p:blipFill>
                    <p:spPr>
                      <a:xfrm>
                        <a:off x="3289300" y="4319406"/>
                        <a:ext cx="76200" cy="215900"/>
                      </a:xfrm>
                      <a:prstGeom prst="rect">
                        <a:avLst/>
                      </a:prstGeom>
                    </p:spPr>
                  </p:pic>
                </p:oleObj>
              </mc:Fallback>
            </mc:AlternateContent>
          </a:graphicData>
        </a:graphic>
      </p:graphicFrame>
      <p:graphicFrame>
        <p:nvGraphicFramePr>
          <p:cNvPr id="24" name="Object 23">
            <a:extLst>
              <a:ext uri="{FF2B5EF4-FFF2-40B4-BE49-F238E27FC236}">
                <a16:creationId xmlns:a16="http://schemas.microsoft.com/office/drawing/2014/main" id="{25C7D7C3-A2EE-4713-9E58-984D8108A0AE}"/>
              </a:ext>
            </a:extLst>
          </p:cNvPr>
          <p:cNvGraphicFramePr>
            <a:graphicFrameLocks noChangeAspect="1"/>
          </p:cNvGraphicFramePr>
          <p:nvPr/>
        </p:nvGraphicFramePr>
        <p:xfrm>
          <a:off x="4505325" y="4328931"/>
          <a:ext cx="76200" cy="215900"/>
        </p:xfrm>
        <a:graphic>
          <a:graphicData uri="http://schemas.openxmlformats.org/presentationml/2006/ole">
            <mc:AlternateContent xmlns:mc="http://schemas.openxmlformats.org/markup-compatibility/2006">
              <mc:Choice xmlns:v="urn:schemas-microsoft-com:vml" Requires="v">
                <p:oleObj name="Equation" r:id="rId34" imgW="75960" imgH="215640" progId="Equation.DSMT4">
                  <p:embed/>
                </p:oleObj>
              </mc:Choice>
              <mc:Fallback>
                <p:oleObj name="Equation" r:id="rId34" imgW="75960" imgH="215640" progId="Equation.DSMT4">
                  <p:embed/>
                  <p:pic>
                    <p:nvPicPr>
                      <p:cNvPr id="24" name="Object 23">
                        <a:extLst>
                          <a:ext uri="{FF2B5EF4-FFF2-40B4-BE49-F238E27FC236}">
                            <a16:creationId xmlns:a16="http://schemas.microsoft.com/office/drawing/2014/main" id="{25C7D7C3-A2EE-4713-9E58-984D8108A0AE}"/>
                          </a:ext>
                        </a:extLst>
                      </p:cNvPr>
                      <p:cNvPicPr/>
                      <p:nvPr/>
                    </p:nvPicPr>
                    <p:blipFill>
                      <a:blip r:embed="rId35"/>
                      <a:stretch>
                        <a:fillRect/>
                      </a:stretch>
                    </p:blipFill>
                    <p:spPr>
                      <a:xfrm>
                        <a:off x="4505325" y="4328931"/>
                        <a:ext cx="76200" cy="215900"/>
                      </a:xfrm>
                      <a:prstGeom prst="rect">
                        <a:avLst/>
                      </a:prstGeom>
                    </p:spPr>
                  </p:pic>
                </p:oleObj>
              </mc:Fallback>
            </mc:AlternateContent>
          </a:graphicData>
        </a:graphic>
      </p:graphicFrame>
      <p:graphicFrame>
        <p:nvGraphicFramePr>
          <p:cNvPr id="25" name="Object 24">
            <a:extLst>
              <a:ext uri="{FF2B5EF4-FFF2-40B4-BE49-F238E27FC236}">
                <a16:creationId xmlns:a16="http://schemas.microsoft.com/office/drawing/2014/main" id="{192A4B56-0999-4DA7-B4E9-5972AEDC2EB0}"/>
              </a:ext>
            </a:extLst>
          </p:cNvPr>
          <p:cNvGraphicFramePr>
            <a:graphicFrameLocks noChangeAspect="1"/>
          </p:cNvGraphicFramePr>
          <p:nvPr/>
        </p:nvGraphicFramePr>
        <p:xfrm>
          <a:off x="5776913" y="4329283"/>
          <a:ext cx="76200" cy="215900"/>
        </p:xfrm>
        <a:graphic>
          <a:graphicData uri="http://schemas.openxmlformats.org/presentationml/2006/ole">
            <mc:AlternateContent xmlns:mc="http://schemas.openxmlformats.org/markup-compatibility/2006">
              <mc:Choice xmlns:v="urn:schemas-microsoft-com:vml" Requires="v">
                <p:oleObj name="Equation" r:id="rId36" imgW="75960" imgH="215640" progId="Equation.DSMT4">
                  <p:embed/>
                </p:oleObj>
              </mc:Choice>
              <mc:Fallback>
                <p:oleObj name="Equation" r:id="rId36" imgW="75960" imgH="215640" progId="Equation.DSMT4">
                  <p:embed/>
                  <p:pic>
                    <p:nvPicPr>
                      <p:cNvPr id="25" name="Object 24">
                        <a:extLst>
                          <a:ext uri="{FF2B5EF4-FFF2-40B4-BE49-F238E27FC236}">
                            <a16:creationId xmlns:a16="http://schemas.microsoft.com/office/drawing/2014/main" id="{192A4B56-0999-4DA7-B4E9-5972AEDC2EB0}"/>
                          </a:ext>
                        </a:extLst>
                      </p:cNvPr>
                      <p:cNvPicPr/>
                      <p:nvPr/>
                    </p:nvPicPr>
                    <p:blipFill>
                      <a:blip r:embed="rId37"/>
                      <a:stretch>
                        <a:fillRect/>
                      </a:stretch>
                    </p:blipFill>
                    <p:spPr>
                      <a:xfrm>
                        <a:off x="5776913" y="4329283"/>
                        <a:ext cx="76200" cy="215900"/>
                      </a:xfrm>
                      <a:prstGeom prst="rect">
                        <a:avLst/>
                      </a:prstGeom>
                    </p:spPr>
                  </p:pic>
                </p:oleObj>
              </mc:Fallback>
            </mc:AlternateContent>
          </a:graphicData>
        </a:graphic>
      </p:graphicFrame>
      <p:graphicFrame>
        <p:nvGraphicFramePr>
          <p:cNvPr id="26" name="Object 25">
            <a:extLst>
              <a:ext uri="{FF2B5EF4-FFF2-40B4-BE49-F238E27FC236}">
                <a16:creationId xmlns:a16="http://schemas.microsoft.com/office/drawing/2014/main" id="{982FCD20-4368-4ABB-A543-4D8DD1BEA6E2}"/>
              </a:ext>
            </a:extLst>
          </p:cNvPr>
          <p:cNvGraphicFramePr>
            <a:graphicFrameLocks noChangeAspect="1"/>
          </p:cNvGraphicFramePr>
          <p:nvPr/>
        </p:nvGraphicFramePr>
        <p:xfrm>
          <a:off x="7004052" y="4350415"/>
          <a:ext cx="76200" cy="215900"/>
        </p:xfrm>
        <a:graphic>
          <a:graphicData uri="http://schemas.openxmlformats.org/presentationml/2006/ole">
            <mc:AlternateContent xmlns:mc="http://schemas.openxmlformats.org/markup-compatibility/2006">
              <mc:Choice xmlns:v="urn:schemas-microsoft-com:vml" Requires="v">
                <p:oleObj name="Equation" r:id="rId38" imgW="75960" imgH="215640" progId="Equation.DSMT4">
                  <p:embed/>
                </p:oleObj>
              </mc:Choice>
              <mc:Fallback>
                <p:oleObj name="Equation" r:id="rId38" imgW="75960" imgH="215640" progId="Equation.DSMT4">
                  <p:embed/>
                  <p:pic>
                    <p:nvPicPr>
                      <p:cNvPr id="26" name="Object 25">
                        <a:extLst>
                          <a:ext uri="{FF2B5EF4-FFF2-40B4-BE49-F238E27FC236}">
                            <a16:creationId xmlns:a16="http://schemas.microsoft.com/office/drawing/2014/main" id="{982FCD20-4368-4ABB-A543-4D8DD1BEA6E2}"/>
                          </a:ext>
                        </a:extLst>
                      </p:cNvPr>
                      <p:cNvPicPr/>
                      <p:nvPr/>
                    </p:nvPicPr>
                    <p:blipFill>
                      <a:blip r:embed="rId39"/>
                      <a:stretch>
                        <a:fillRect/>
                      </a:stretch>
                    </p:blipFill>
                    <p:spPr>
                      <a:xfrm>
                        <a:off x="7004052" y="4350415"/>
                        <a:ext cx="76200" cy="215900"/>
                      </a:xfrm>
                      <a:prstGeom prst="rect">
                        <a:avLst/>
                      </a:prstGeom>
                    </p:spPr>
                  </p:pic>
                </p:oleObj>
              </mc:Fallback>
            </mc:AlternateContent>
          </a:graphicData>
        </a:graphic>
      </p:graphicFrame>
      <p:graphicFrame>
        <p:nvGraphicFramePr>
          <p:cNvPr id="27" name="Object 26">
            <a:extLst>
              <a:ext uri="{FF2B5EF4-FFF2-40B4-BE49-F238E27FC236}">
                <a16:creationId xmlns:a16="http://schemas.microsoft.com/office/drawing/2014/main" id="{AA1B7877-0E72-4A3F-9313-6D23DC7CC274}"/>
              </a:ext>
            </a:extLst>
          </p:cNvPr>
          <p:cNvGraphicFramePr>
            <a:graphicFrameLocks noChangeAspect="1"/>
          </p:cNvGraphicFramePr>
          <p:nvPr/>
        </p:nvGraphicFramePr>
        <p:xfrm>
          <a:off x="1870079" y="4679790"/>
          <a:ext cx="330200" cy="203200"/>
        </p:xfrm>
        <a:graphic>
          <a:graphicData uri="http://schemas.openxmlformats.org/presentationml/2006/ole">
            <mc:AlternateContent xmlns:mc="http://schemas.openxmlformats.org/markup-compatibility/2006">
              <mc:Choice xmlns:v="urn:schemas-microsoft-com:vml" Requires="v">
                <p:oleObj name="Equation" r:id="rId40" imgW="330120" imgH="203040" progId="Equation.DSMT4">
                  <p:embed/>
                </p:oleObj>
              </mc:Choice>
              <mc:Fallback>
                <p:oleObj name="Equation" r:id="rId40" imgW="330120" imgH="203040" progId="Equation.DSMT4">
                  <p:embed/>
                  <p:pic>
                    <p:nvPicPr>
                      <p:cNvPr id="27" name="Object 26">
                        <a:extLst>
                          <a:ext uri="{FF2B5EF4-FFF2-40B4-BE49-F238E27FC236}">
                            <a16:creationId xmlns:a16="http://schemas.microsoft.com/office/drawing/2014/main" id="{AA1B7877-0E72-4A3F-9313-6D23DC7CC274}"/>
                          </a:ext>
                        </a:extLst>
                      </p:cNvPr>
                      <p:cNvPicPr/>
                      <p:nvPr/>
                    </p:nvPicPr>
                    <p:blipFill>
                      <a:blip r:embed="rId41"/>
                      <a:stretch>
                        <a:fillRect/>
                      </a:stretch>
                    </p:blipFill>
                    <p:spPr>
                      <a:xfrm>
                        <a:off x="1870079" y="4679790"/>
                        <a:ext cx="330200" cy="203200"/>
                      </a:xfrm>
                      <a:prstGeom prst="rect">
                        <a:avLst/>
                      </a:prstGeom>
                    </p:spPr>
                  </p:pic>
                </p:oleObj>
              </mc:Fallback>
            </mc:AlternateContent>
          </a:graphicData>
        </a:graphic>
      </p:graphicFrame>
      <p:graphicFrame>
        <p:nvGraphicFramePr>
          <p:cNvPr id="28" name="Object 27">
            <a:extLst>
              <a:ext uri="{FF2B5EF4-FFF2-40B4-BE49-F238E27FC236}">
                <a16:creationId xmlns:a16="http://schemas.microsoft.com/office/drawing/2014/main" id="{D55C9A23-22C8-4F96-87B1-C8409AAFBB1F}"/>
              </a:ext>
            </a:extLst>
          </p:cNvPr>
          <p:cNvGraphicFramePr>
            <a:graphicFrameLocks noChangeAspect="1"/>
          </p:cNvGraphicFramePr>
          <p:nvPr/>
        </p:nvGraphicFramePr>
        <p:xfrm>
          <a:off x="3289300" y="4679790"/>
          <a:ext cx="127000" cy="203200"/>
        </p:xfrm>
        <a:graphic>
          <a:graphicData uri="http://schemas.openxmlformats.org/presentationml/2006/ole">
            <mc:AlternateContent xmlns:mc="http://schemas.openxmlformats.org/markup-compatibility/2006">
              <mc:Choice xmlns:v="urn:schemas-microsoft-com:vml" Requires="v">
                <p:oleObj name="Equation" r:id="rId42" imgW="126720" imgH="203040" progId="Equation.DSMT4">
                  <p:embed/>
                </p:oleObj>
              </mc:Choice>
              <mc:Fallback>
                <p:oleObj name="Equation" r:id="rId42" imgW="126720" imgH="203040" progId="Equation.DSMT4">
                  <p:embed/>
                  <p:pic>
                    <p:nvPicPr>
                      <p:cNvPr id="28" name="Object 27">
                        <a:extLst>
                          <a:ext uri="{FF2B5EF4-FFF2-40B4-BE49-F238E27FC236}">
                            <a16:creationId xmlns:a16="http://schemas.microsoft.com/office/drawing/2014/main" id="{D55C9A23-22C8-4F96-87B1-C8409AAFBB1F}"/>
                          </a:ext>
                        </a:extLst>
                      </p:cNvPr>
                      <p:cNvPicPr/>
                      <p:nvPr/>
                    </p:nvPicPr>
                    <p:blipFill>
                      <a:blip r:embed="rId43"/>
                      <a:stretch>
                        <a:fillRect/>
                      </a:stretch>
                    </p:blipFill>
                    <p:spPr>
                      <a:xfrm>
                        <a:off x="3289300" y="4679790"/>
                        <a:ext cx="127000" cy="203200"/>
                      </a:xfrm>
                      <a:prstGeom prst="rect">
                        <a:avLst/>
                      </a:prstGeom>
                    </p:spPr>
                  </p:pic>
                </p:oleObj>
              </mc:Fallback>
            </mc:AlternateContent>
          </a:graphicData>
        </a:graphic>
      </p:graphicFrame>
      <p:graphicFrame>
        <p:nvGraphicFramePr>
          <p:cNvPr id="29" name="Object 28">
            <a:extLst>
              <a:ext uri="{FF2B5EF4-FFF2-40B4-BE49-F238E27FC236}">
                <a16:creationId xmlns:a16="http://schemas.microsoft.com/office/drawing/2014/main" id="{E6F74B66-5BAF-476B-AE12-6DA9131C2B2D}"/>
              </a:ext>
            </a:extLst>
          </p:cNvPr>
          <p:cNvGraphicFramePr>
            <a:graphicFrameLocks noChangeAspect="1"/>
          </p:cNvGraphicFramePr>
          <p:nvPr/>
        </p:nvGraphicFramePr>
        <p:xfrm>
          <a:off x="4452937" y="4679790"/>
          <a:ext cx="139700" cy="203200"/>
        </p:xfrm>
        <a:graphic>
          <a:graphicData uri="http://schemas.openxmlformats.org/presentationml/2006/ole">
            <mc:AlternateContent xmlns:mc="http://schemas.openxmlformats.org/markup-compatibility/2006">
              <mc:Choice xmlns:v="urn:schemas-microsoft-com:vml" Requires="v">
                <p:oleObj name="Equation" r:id="rId44" imgW="139680" imgH="203040" progId="Equation.DSMT4">
                  <p:embed/>
                </p:oleObj>
              </mc:Choice>
              <mc:Fallback>
                <p:oleObj name="Equation" r:id="rId44" imgW="139680" imgH="203040" progId="Equation.DSMT4">
                  <p:embed/>
                  <p:pic>
                    <p:nvPicPr>
                      <p:cNvPr id="29" name="Object 28">
                        <a:extLst>
                          <a:ext uri="{FF2B5EF4-FFF2-40B4-BE49-F238E27FC236}">
                            <a16:creationId xmlns:a16="http://schemas.microsoft.com/office/drawing/2014/main" id="{E6F74B66-5BAF-476B-AE12-6DA9131C2B2D}"/>
                          </a:ext>
                        </a:extLst>
                      </p:cNvPr>
                      <p:cNvPicPr/>
                      <p:nvPr/>
                    </p:nvPicPr>
                    <p:blipFill>
                      <a:blip r:embed="rId45"/>
                      <a:stretch>
                        <a:fillRect/>
                      </a:stretch>
                    </p:blipFill>
                    <p:spPr>
                      <a:xfrm>
                        <a:off x="4452937" y="4679790"/>
                        <a:ext cx="139700" cy="203200"/>
                      </a:xfrm>
                      <a:prstGeom prst="rect">
                        <a:avLst/>
                      </a:prstGeom>
                    </p:spPr>
                  </p:pic>
                </p:oleObj>
              </mc:Fallback>
            </mc:AlternateContent>
          </a:graphicData>
        </a:graphic>
      </p:graphicFrame>
      <p:graphicFrame>
        <p:nvGraphicFramePr>
          <p:cNvPr id="30" name="Object 29">
            <a:extLst>
              <a:ext uri="{FF2B5EF4-FFF2-40B4-BE49-F238E27FC236}">
                <a16:creationId xmlns:a16="http://schemas.microsoft.com/office/drawing/2014/main" id="{E000F219-7C61-4C81-84F5-5C3652DB0EC9}"/>
              </a:ext>
            </a:extLst>
          </p:cNvPr>
          <p:cNvGraphicFramePr>
            <a:graphicFrameLocks noChangeAspect="1"/>
          </p:cNvGraphicFramePr>
          <p:nvPr/>
        </p:nvGraphicFramePr>
        <p:xfrm>
          <a:off x="5765800" y="4681890"/>
          <a:ext cx="139700" cy="203200"/>
        </p:xfrm>
        <a:graphic>
          <a:graphicData uri="http://schemas.openxmlformats.org/presentationml/2006/ole">
            <mc:AlternateContent xmlns:mc="http://schemas.openxmlformats.org/markup-compatibility/2006">
              <mc:Choice xmlns:v="urn:schemas-microsoft-com:vml" Requires="v">
                <p:oleObj name="Equation" r:id="rId46" imgW="139680" imgH="203040" progId="Equation.DSMT4">
                  <p:embed/>
                </p:oleObj>
              </mc:Choice>
              <mc:Fallback>
                <p:oleObj name="Equation" r:id="rId46" imgW="139680" imgH="203040" progId="Equation.DSMT4">
                  <p:embed/>
                  <p:pic>
                    <p:nvPicPr>
                      <p:cNvPr id="30" name="Object 29">
                        <a:extLst>
                          <a:ext uri="{FF2B5EF4-FFF2-40B4-BE49-F238E27FC236}">
                            <a16:creationId xmlns:a16="http://schemas.microsoft.com/office/drawing/2014/main" id="{E000F219-7C61-4C81-84F5-5C3652DB0EC9}"/>
                          </a:ext>
                        </a:extLst>
                      </p:cNvPr>
                      <p:cNvPicPr/>
                      <p:nvPr/>
                    </p:nvPicPr>
                    <p:blipFill>
                      <a:blip r:embed="rId47"/>
                      <a:stretch>
                        <a:fillRect/>
                      </a:stretch>
                    </p:blipFill>
                    <p:spPr>
                      <a:xfrm>
                        <a:off x="5765800" y="4681890"/>
                        <a:ext cx="139700" cy="203200"/>
                      </a:xfrm>
                      <a:prstGeom prst="rect">
                        <a:avLst/>
                      </a:prstGeom>
                    </p:spPr>
                  </p:pic>
                </p:oleObj>
              </mc:Fallback>
            </mc:AlternateContent>
          </a:graphicData>
        </a:graphic>
      </p:graphicFrame>
      <p:graphicFrame>
        <p:nvGraphicFramePr>
          <p:cNvPr id="31" name="Object 30">
            <a:extLst>
              <a:ext uri="{FF2B5EF4-FFF2-40B4-BE49-F238E27FC236}">
                <a16:creationId xmlns:a16="http://schemas.microsoft.com/office/drawing/2014/main" id="{1A4A7082-C5AD-46E5-B8FD-8F08A118A7C6}"/>
              </a:ext>
            </a:extLst>
          </p:cNvPr>
          <p:cNvGraphicFramePr>
            <a:graphicFrameLocks noChangeAspect="1"/>
          </p:cNvGraphicFramePr>
          <p:nvPr/>
        </p:nvGraphicFramePr>
        <p:xfrm>
          <a:off x="6934202" y="4680142"/>
          <a:ext cx="139700" cy="203200"/>
        </p:xfrm>
        <a:graphic>
          <a:graphicData uri="http://schemas.openxmlformats.org/presentationml/2006/ole">
            <mc:AlternateContent xmlns:mc="http://schemas.openxmlformats.org/markup-compatibility/2006">
              <mc:Choice xmlns:v="urn:schemas-microsoft-com:vml" Requires="v">
                <p:oleObj name="Equation" r:id="rId48" imgW="139680" imgH="203040" progId="Equation.DSMT4">
                  <p:embed/>
                </p:oleObj>
              </mc:Choice>
              <mc:Fallback>
                <p:oleObj name="Equation" r:id="rId48" imgW="139680" imgH="203040" progId="Equation.DSMT4">
                  <p:embed/>
                  <p:pic>
                    <p:nvPicPr>
                      <p:cNvPr id="31" name="Object 30">
                        <a:extLst>
                          <a:ext uri="{FF2B5EF4-FFF2-40B4-BE49-F238E27FC236}">
                            <a16:creationId xmlns:a16="http://schemas.microsoft.com/office/drawing/2014/main" id="{1A4A7082-C5AD-46E5-B8FD-8F08A118A7C6}"/>
                          </a:ext>
                        </a:extLst>
                      </p:cNvPr>
                      <p:cNvPicPr/>
                      <p:nvPr/>
                    </p:nvPicPr>
                    <p:blipFill>
                      <a:blip r:embed="rId49"/>
                      <a:stretch>
                        <a:fillRect/>
                      </a:stretch>
                    </p:blipFill>
                    <p:spPr>
                      <a:xfrm>
                        <a:off x="6934202" y="4680142"/>
                        <a:ext cx="139700" cy="203200"/>
                      </a:xfrm>
                      <a:prstGeom prst="rect">
                        <a:avLst/>
                      </a:prstGeom>
                    </p:spPr>
                  </p:pic>
                </p:oleObj>
              </mc:Fallback>
            </mc:AlternateContent>
          </a:graphicData>
        </a:graphic>
      </p:graphicFrame>
      <p:sp>
        <p:nvSpPr>
          <p:cNvPr id="4" name="Content Placeholder 3"/>
          <p:cNvSpPr>
            <a:spLocks noGrp="1"/>
          </p:cNvSpPr>
          <p:nvPr>
            <p:ph sz="quarter" idx="14"/>
          </p:nvPr>
        </p:nvSpPr>
        <p:spPr>
          <a:xfrm>
            <a:off x="342900" y="5010151"/>
            <a:ext cx="8458200" cy="1562100"/>
          </a:xfrm>
        </p:spPr>
        <p:txBody>
          <a:bodyPr/>
          <a:lstStyle/>
          <a:p>
            <a:pPr marL="0" indent="0">
              <a:buNone/>
            </a:pPr>
            <a:r>
              <a:rPr lang="en-US" sz="2200" dirty="0"/>
              <a:t>Use the </a:t>
            </a:r>
            <a:r>
              <a:rPr lang="en-US" sz="2200" dirty="0" err="1"/>
              <a:t>Restaurant_Reviews</a:t>
            </a:r>
            <a:r>
              <a:rPr lang="en-US" sz="2200" dirty="0"/>
              <a:t> data to first detect the missing values.</a:t>
            </a:r>
          </a:p>
          <a:p>
            <a:pPr marL="0" indent="0">
              <a:buNone/>
            </a:pPr>
            <a:r>
              <a:rPr lang="en-US" sz="2200" dirty="0"/>
              <a:t>Then use both omission and imputation strategies to handle the missing values.</a:t>
            </a:r>
          </a:p>
        </p:txBody>
      </p:sp>
    </p:spTree>
    <p:extLst>
      <p:ext uri="{BB962C8B-B14F-4D97-AF65-F5344CB8AC3E}">
        <p14:creationId xmlns:p14="http://schemas.microsoft.com/office/powerpoint/2010/main" val="27814570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9125" y="129083"/>
            <a:ext cx="8458200" cy="903231"/>
          </a:xfrm>
        </p:spPr>
        <p:txBody>
          <a:bodyPr>
            <a:normAutofit/>
          </a:bodyPr>
          <a:lstStyle/>
          <a:p>
            <a:r>
              <a:rPr lang="en-US" sz="3200" dirty="0"/>
              <a:t>Data Preparation </a:t>
            </a:r>
            <a:endParaRPr lang="en-US" sz="3200" b="0" dirty="0"/>
          </a:p>
        </p:txBody>
      </p:sp>
      <p:sp>
        <p:nvSpPr>
          <p:cNvPr id="3" name="Content Placeholder 2"/>
          <p:cNvSpPr>
            <a:spLocks noGrp="1"/>
          </p:cNvSpPr>
          <p:nvPr>
            <p:ph sz="quarter" idx="11"/>
          </p:nvPr>
        </p:nvSpPr>
        <p:spPr>
          <a:xfrm>
            <a:off x="827584" y="1276709"/>
            <a:ext cx="7704856" cy="5104619"/>
          </a:xfrm>
        </p:spPr>
        <p:txBody>
          <a:bodyPr>
            <a:normAutofit/>
          </a:bodyPr>
          <a:lstStyle/>
          <a:p>
            <a:pPr marL="0" indent="0">
              <a:buNone/>
            </a:pPr>
            <a:r>
              <a:rPr lang="en-US" b="1" dirty="0"/>
              <a:t>Example 2.4:</a:t>
            </a:r>
            <a:r>
              <a:rPr lang="en-US" dirty="0"/>
              <a:t> The data set “EX24” contains four variables (x</a:t>
            </a:r>
            <a:r>
              <a:rPr lang="en-US" baseline="-25000" dirty="0"/>
              <a:t>1,</a:t>
            </a:r>
            <a:r>
              <a:rPr lang="en-US" dirty="0"/>
              <a:t> x</a:t>
            </a:r>
            <a:r>
              <a:rPr lang="en-US" baseline="-25000" dirty="0"/>
              <a:t>2,</a:t>
            </a:r>
            <a:r>
              <a:rPr lang="en-US" dirty="0"/>
              <a:t> x</a:t>
            </a:r>
            <a:r>
              <a:rPr lang="en-US" baseline="-25000" dirty="0"/>
              <a:t>3,</a:t>
            </a:r>
            <a:r>
              <a:rPr lang="en-US" dirty="0"/>
              <a:t> and x</a:t>
            </a:r>
            <a:r>
              <a:rPr lang="en-US" baseline="-25000" dirty="0"/>
              <a:t>4</a:t>
            </a:r>
            <a:r>
              <a:rPr lang="en-US" dirty="0"/>
              <a:t>). There are missing values in the data set.</a:t>
            </a:r>
          </a:p>
          <a:p>
            <a:pPr marL="457200" indent="-457200">
              <a:buAutoNum type="alphaLcParenR"/>
            </a:pPr>
            <a:r>
              <a:rPr lang="en-US" dirty="0"/>
              <a:t>Which observations have missing values?</a:t>
            </a:r>
          </a:p>
          <a:p>
            <a:pPr marL="457200" indent="-457200">
              <a:buAutoNum type="alphaLcParenR"/>
            </a:pPr>
            <a:r>
              <a:rPr lang="en-US" dirty="0"/>
              <a:t>How many missing values are in the data set?</a:t>
            </a:r>
          </a:p>
          <a:p>
            <a:pPr marL="457200" indent="-457200">
              <a:buAutoNum type="alphaLcParenR"/>
            </a:pPr>
            <a:r>
              <a:rPr lang="en-US" dirty="0"/>
              <a:t>Handle the missing values using omission and imputation strategies. How many observations remain in the data set and have complete cases?</a:t>
            </a:r>
          </a:p>
        </p:txBody>
      </p:sp>
    </p:spTree>
    <p:extLst>
      <p:ext uri="{BB962C8B-B14F-4D97-AF65-F5344CB8AC3E}">
        <p14:creationId xmlns:p14="http://schemas.microsoft.com/office/powerpoint/2010/main" val="17480649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869E0-410C-8FDD-D052-EBCEE161E870}"/>
              </a:ext>
            </a:extLst>
          </p:cNvPr>
          <p:cNvSpPr>
            <a:spLocks noGrp="1"/>
          </p:cNvSpPr>
          <p:nvPr>
            <p:ph type="title"/>
          </p:nvPr>
        </p:nvSpPr>
        <p:spPr/>
        <p:txBody>
          <a:bodyPr/>
          <a:lstStyle/>
          <a:p>
            <a:r>
              <a:rPr lang="en-US" dirty="0"/>
              <a:t>Data </a:t>
            </a:r>
            <a:r>
              <a:rPr lang="en-US" dirty="0" err="1"/>
              <a:t>Subsetting</a:t>
            </a:r>
            <a:endParaRPr lang="en-US" dirty="0"/>
          </a:p>
        </p:txBody>
      </p:sp>
      <p:sp>
        <p:nvSpPr>
          <p:cNvPr id="3" name="Slide Number Placeholder 2">
            <a:extLst>
              <a:ext uri="{FF2B5EF4-FFF2-40B4-BE49-F238E27FC236}">
                <a16:creationId xmlns:a16="http://schemas.microsoft.com/office/drawing/2014/main" id="{EF2E901E-0757-F415-1DC3-062FA3E08ABD}"/>
              </a:ext>
            </a:extLst>
          </p:cNvPr>
          <p:cNvSpPr>
            <a:spLocks noGrp="1"/>
          </p:cNvSpPr>
          <p:nvPr>
            <p:ph type="sldNum" sz="quarter" idx="12"/>
          </p:nvPr>
        </p:nvSpPr>
        <p:spPr/>
        <p:txBody>
          <a:bodyPr/>
          <a:lstStyle/>
          <a:p>
            <a:fld id="{B6F15528-21DE-4FAA-801E-634DDDAF4B2B}" type="slidenum">
              <a:rPr lang="en-US" smtClean="0"/>
              <a:pPr/>
              <a:t>11</a:t>
            </a:fld>
            <a:endParaRPr lang="en-US"/>
          </a:p>
        </p:txBody>
      </p:sp>
      <p:sp>
        <p:nvSpPr>
          <p:cNvPr id="4" name="Content Placeholder 3">
            <a:extLst>
              <a:ext uri="{FF2B5EF4-FFF2-40B4-BE49-F238E27FC236}">
                <a16:creationId xmlns:a16="http://schemas.microsoft.com/office/drawing/2014/main" id="{36CDBDCD-BC5C-1A9B-9179-362514959C01}"/>
              </a:ext>
            </a:extLst>
          </p:cNvPr>
          <p:cNvSpPr>
            <a:spLocks noGrp="1"/>
          </p:cNvSpPr>
          <p:nvPr>
            <p:ph sz="quarter" idx="1"/>
          </p:nvPr>
        </p:nvSpPr>
        <p:spPr/>
        <p:txBody>
          <a:bodyPr>
            <a:normAutofit/>
          </a:bodyPr>
          <a:lstStyle/>
          <a:p>
            <a:r>
              <a:rPr lang="en-US" dirty="0"/>
              <a:t>The process of extracting portions of a data set that are relevant to the analysis</a:t>
            </a:r>
          </a:p>
          <a:p>
            <a:r>
              <a:rPr lang="en-US" dirty="0"/>
              <a:t>Can be used to categorize data or to eliminate unwanted data such as observations that contain missing values, low quality, or outliers.</a:t>
            </a:r>
          </a:p>
          <a:p>
            <a:r>
              <a:rPr lang="en-US" dirty="0"/>
              <a:t>It can be used to exclude variables as well</a:t>
            </a:r>
          </a:p>
          <a:p>
            <a:pPr marL="0" indent="0">
              <a:buNone/>
            </a:pPr>
            <a:endParaRPr lang="en-US" dirty="0"/>
          </a:p>
          <a:p>
            <a:endParaRPr lang="en-US" dirty="0"/>
          </a:p>
        </p:txBody>
      </p:sp>
    </p:spTree>
    <p:extLst>
      <p:ext uri="{BB962C8B-B14F-4D97-AF65-F5344CB8AC3E}">
        <p14:creationId xmlns:p14="http://schemas.microsoft.com/office/powerpoint/2010/main" val="11378938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869E0-410C-8FDD-D052-EBCEE161E870}"/>
              </a:ext>
            </a:extLst>
          </p:cNvPr>
          <p:cNvSpPr>
            <a:spLocks noGrp="1"/>
          </p:cNvSpPr>
          <p:nvPr>
            <p:ph type="title"/>
          </p:nvPr>
        </p:nvSpPr>
        <p:spPr/>
        <p:txBody>
          <a:bodyPr/>
          <a:lstStyle/>
          <a:p>
            <a:r>
              <a:rPr lang="en-US" dirty="0"/>
              <a:t>Data </a:t>
            </a:r>
            <a:r>
              <a:rPr lang="en-US" dirty="0" err="1"/>
              <a:t>Subsetting</a:t>
            </a:r>
            <a:endParaRPr lang="en-US" dirty="0"/>
          </a:p>
        </p:txBody>
      </p:sp>
      <p:sp>
        <p:nvSpPr>
          <p:cNvPr id="3" name="Slide Number Placeholder 2">
            <a:extLst>
              <a:ext uri="{FF2B5EF4-FFF2-40B4-BE49-F238E27FC236}">
                <a16:creationId xmlns:a16="http://schemas.microsoft.com/office/drawing/2014/main" id="{EF2E901E-0757-F415-1DC3-062FA3E08ABD}"/>
              </a:ext>
            </a:extLst>
          </p:cNvPr>
          <p:cNvSpPr>
            <a:spLocks noGrp="1"/>
          </p:cNvSpPr>
          <p:nvPr>
            <p:ph type="sldNum" sz="quarter" idx="12"/>
          </p:nvPr>
        </p:nvSpPr>
        <p:spPr/>
        <p:txBody>
          <a:bodyPr/>
          <a:lstStyle/>
          <a:p>
            <a:fld id="{B6F15528-21DE-4FAA-801E-634DDDAF4B2B}" type="slidenum">
              <a:rPr lang="en-US" smtClean="0"/>
              <a:pPr/>
              <a:t>12</a:t>
            </a:fld>
            <a:endParaRPr lang="en-US"/>
          </a:p>
        </p:txBody>
      </p:sp>
      <p:sp>
        <p:nvSpPr>
          <p:cNvPr id="4" name="Content Placeholder 3">
            <a:extLst>
              <a:ext uri="{FF2B5EF4-FFF2-40B4-BE49-F238E27FC236}">
                <a16:creationId xmlns:a16="http://schemas.microsoft.com/office/drawing/2014/main" id="{36CDBDCD-BC5C-1A9B-9179-362514959C01}"/>
              </a:ext>
            </a:extLst>
          </p:cNvPr>
          <p:cNvSpPr>
            <a:spLocks noGrp="1"/>
          </p:cNvSpPr>
          <p:nvPr>
            <p:ph sz="quarter" idx="1"/>
          </p:nvPr>
        </p:nvSpPr>
        <p:spPr/>
        <p:txBody>
          <a:bodyPr>
            <a:normAutofit fontScale="92500" lnSpcReduction="20000"/>
          </a:bodyPr>
          <a:lstStyle/>
          <a:p>
            <a:pPr marL="0" indent="0">
              <a:buNone/>
            </a:pPr>
            <a:r>
              <a:rPr lang="en-US" b="1" dirty="0"/>
              <a:t>Example 2.5:</a:t>
            </a:r>
          </a:p>
          <a:p>
            <a:pPr marL="0" indent="0">
              <a:buNone/>
            </a:pPr>
            <a:r>
              <a:rPr lang="en-US" dirty="0"/>
              <a:t>Organic Food Superstore in an online grocery store that specializes in providing organic food products to consumers. Marketing department of the store wants to focus on target demographic when designing marketing campaign. They want to gain a better understanding of customers who are college educated and born on or after 1/1/1982 and before 1/1/2000. </a:t>
            </a:r>
          </a:p>
          <a:p>
            <a:pPr marL="514350" indent="-514350">
              <a:buAutoNum type="alphaLcParenR"/>
            </a:pPr>
            <a:r>
              <a:rPr lang="en-US" dirty="0"/>
              <a:t>Identify college educated millennial customers </a:t>
            </a:r>
          </a:p>
          <a:p>
            <a:pPr marL="514350" indent="-514350">
              <a:buAutoNum type="alphaLcParenR"/>
            </a:pPr>
            <a:r>
              <a:rPr lang="en-US" dirty="0"/>
              <a:t>Create a subset of data including, marital status, household size, income, spending in 2021, number of orders, and channels.</a:t>
            </a:r>
          </a:p>
          <a:p>
            <a:pPr marL="514350" indent="-514350">
              <a:buAutoNum type="alphaLcParenR"/>
            </a:pPr>
            <a:r>
              <a:rPr lang="en-US" dirty="0"/>
              <a:t>Create subsets of married and not married college-educated millennial customers.</a:t>
            </a:r>
          </a:p>
          <a:p>
            <a:pPr marL="0" indent="0">
              <a:buNone/>
            </a:pPr>
            <a:endParaRPr lang="en-US" dirty="0"/>
          </a:p>
          <a:p>
            <a:endParaRPr lang="en-US" dirty="0"/>
          </a:p>
        </p:txBody>
      </p:sp>
    </p:spTree>
    <p:extLst>
      <p:ext uri="{BB962C8B-B14F-4D97-AF65-F5344CB8AC3E}">
        <p14:creationId xmlns:p14="http://schemas.microsoft.com/office/powerpoint/2010/main" val="5625256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0304" y="260648"/>
            <a:ext cx="8458200" cy="903231"/>
          </a:xfrm>
        </p:spPr>
        <p:txBody>
          <a:bodyPr>
            <a:normAutofit/>
          </a:bodyPr>
          <a:lstStyle/>
          <a:p>
            <a:r>
              <a:rPr lang="en-US" sz="3200" dirty="0"/>
              <a:t>Data </a:t>
            </a:r>
            <a:r>
              <a:rPr lang="en-US" sz="3200" dirty="0" err="1"/>
              <a:t>Subsetting</a:t>
            </a:r>
            <a:r>
              <a:rPr lang="en-US" sz="3200" dirty="0"/>
              <a:t> </a:t>
            </a:r>
            <a:endParaRPr lang="en-US" sz="3200" b="0" dirty="0"/>
          </a:p>
        </p:txBody>
      </p:sp>
      <p:sp>
        <p:nvSpPr>
          <p:cNvPr id="3" name="Content Placeholder 2"/>
          <p:cNvSpPr>
            <a:spLocks noGrp="1"/>
          </p:cNvSpPr>
          <p:nvPr>
            <p:ph sz="quarter" idx="11"/>
          </p:nvPr>
        </p:nvSpPr>
        <p:spPr>
          <a:xfrm>
            <a:off x="827584" y="1276709"/>
            <a:ext cx="7704856" cy="5104619"/>
          </a:xfrm>
        </p:spPr>
        <p:txBody>
          <a:bodyPr>
            <a:normAutofit/>
          </a:bodyPr>
          <a:lstStyle/>
          <a:p>
            <a:pPr marL="0" indent="0">
              <a:buNone/>
            </a:pPr>
            <a:r>
              <a:rPr lang="en-US" b="1" dirty="0"/>
              <a:t>Example 2.6:</a:t>
            </a:r>
            <a:r>
              <a:rPr lang="en-US" dirty="0"/>
              <a:t> The data set “EX26” contains four variables (x</a:t>
            </a:r>
            <a:r>
              <a:rPr lang="en-US" baseline="-25000" dirty="0"/>
              <a:t>1,</a:t>
            </a:r>
            <a:r>
              <a:rPr lang="en-US" dirty="0"/>
              <a:t> x</a:t>
            </a:r>
            <a:r>
              <a:rPr lang="en-US" baseline="-25000" dirty="0"/>
              <a:t>2,</a:t>
            </a:r>
            <a:r>
              <a:rPr lang="en-US" dirty="0"/>
              <a:t> x</a:t>
            </a:r>
            <a:r>
              <a:rPr lang="en-US" baseline="-25000" dirty="0"/>
              <a:t>3,</a:t>
            </a:r>
            <a:r>
              <a:rPr lang="en-US" dirty="0"/>
              <a:t> and x</a:t>
            </a:r>
            <a:r>
              <a:rPr lang="en-US" baseline="-25000" dirty="0"/>
              <a:t>4</a:t>
            </a:r>
            <a:r>
              <a:rPr lang="en-US" dirty="0"/>
              <a:t>). </a:t>
            </a:r>
          </a:p>
          <a:p>
            <a:pPr marL="457200" indent="-457200">
              <a:buAutoNum type="alphaLcParenR"/>
            </a:pPr>
            <a:r>
              <a:rPr lang="en-US" dirty="0"/>
              <a:t>Subset the data set to include only x</a:t>
            </a:r>
            <a:r>
              <a:rPr lang="en-US" baseline="-25000" dirty="0"/>
              <a:t>1,</a:t>
            </a:r>
            <a:r>
              <a:rPr lang="en-US" dirty="0"/>
              <a:t> x</a:t>
            </a:r>
            <a:r>
              <a:rPr lang="en-US" baseline="-25000" dirty="0"/>
              <a:t>2,</a:t>
            </a:r>
            <a:r>
              <a:rPr lang="en-US" dirty="0"/>
              <a:t> and x</a:t>
            </a:r>
            <a:r>
              <a:rPr lang="en-US" baseline="-25000" dirty="0"/>
              <a:t>3</a:t>
            </a:r>
            <a:r>
              <a:rPr lang="en-US" dirty="0"/>
              <a:t>. </a:t>
            </a:r>
          </a:p>
          <a:p>
            <a:pPr marL="457200" indent="-457200">
              <a:buAutoNum type="alphaLcParenR"/>
            </a:pPr>
            <a:r>
              <a:rPr lang="en-US" dirty="0"/>
              <a:t>Split the data set based on the categories of x</a:t>
            </a:r>
            <a:r>
              <a:rPr lang="en-US" baseline="-25000" dirty="0"/>
              <a:t>2</a:t>
            </a:r>
            <a:r>
              <a:rPr lang="en-US" dirty="0"/>
              <a:t>.</a:t>
            </a:r>
          </a:p>
        </p:txBody>
      </p:sp>
    </p:spTree>
    <p:extLst>
      <p:ext uri="{BB962C8B-B14F-4D97-AF65-F5344CB8AC3E}">
        <p14:creationId xmlns:p14="http://schemas.microsoft.com/office/powerpoint/2010/main" val="21515944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DF678-8865-3118-5BBA-5A5F714082B7}"/>
              </a:ext>
            </a:extLst>
          </p:cNvPr>
          <p:cNvSpPr>
            <a:spLocks noGrp="1"/>
          </p:cNvSpPr>
          <p:nvPr>
            <p:ph type="title"/>
          </p:nvPr>
        </p:nvSpPr>
        <p:spPr/>
        <p:txBody>
          <a:bodyPr/>
          <a:lstStyle/>
          <a:p>
            <a:r>
              <a:rPr lang="en-US" dirty="0"/>
              <a:t>Data Transformation</a:t>
            </a:r>
          </a:p>
        </p:txBody>
      </p:sp>
      <p:sp>
        <p:nvSpPr>
          <p:cNvPr id="3" name="Slide Number Placeholder 2">
            <a:extLst>
              <a:ext uri="{FF2B5EF4-FFF2-40B4-BE49-F238E27FC236}">
                <a16:creationId xmlns:a16="http://schemas.microsoft.com/office/drawing/2014/main" id="{3E8165ED-0C7D-81AD-FADA-1948BD75555A}"/>
              </a:ext>
            </a:extLst>
          </p:cNvPr>
          <p:cNvSpPr>
            <a:spLocks noGrp="1"/>
          </p:cNvSpPr>
          <p:nvPr>
            <p:ph type="sldNum" sz="quarter" idx="12"/>
          </p:nvPr>
        </p:nvSpPr>
        <p:spPr/>
        <p:txBody>
          <a:bodyPr/>
          <a:lstStyle/>
          <a:p>
            <a:fld id="{B6F15528-21DE-4FAA-801E-634DDDAF4B2B}" type="slidenum">
              <a:rPr lang="en-US" smtClean="0"/>
              <a:pPr/>
              <a:t>14</a:t>
            </a:fld>
            <a:endParaRPr lang="en-US"/>
          </a:p>
        </p:txBody>
      </p:sp>
      <p:sp>
        <p:nvSpPr>
          <p:cNvPr id="4" name="Content Placeholder 3">
            <a:extLst>
              <a:ext uri="{FF2B5EF4-FFF2-40B4-BE49-F238E27FC236}">
                <a16:creationId xmlns:a16="http://schemas.microsoft.com/office/drawing/2014/main" id="{46E2AEF7-A583-C09A-2862-8AFC99C3FBF6}"/>
              </a:ext>
            </a:extLst>
          </p:cNvPr>
          <p:cNvSpPr>
            <a:spLocks noGrp="1"/>
          </p:cNvSpPr>
          <p:nvPr>
            <p:ph sz="quarter" idx="1"/>
          </p:nvPr>
        </p:nvSpPr>
        <p:spPr>
          <a:xfrm>
            <a:off x="914400" y="1447800"/>
            <a:ext cx="7772400" cy="5410200"/>
          </a:xfrm>
        </p:spPr>
        <p:txBody>
          <a:bodyPr/>
          <a:lstStyle/>
          <a:p>
            <a:r>
              <a:rPr lang="en-US" dirty="0"/>
              <a:t>Process of converting data from one format or structure to another.</a:t>
            </a:r>
          </a:p>
          <a:p>
            <a:r>
              <a:rPr lang="en-US" dirty="0"/>
              <a:t>It is performed to meet the requirements of statistical and data mining techniques used for the analysis.</a:t>
            </a:r>
          </a:p>
          <a:p>
            <a:r>
              <a:rPr lang="en-US" b="1" dirty="0"/>
              <a:t>Mathematical Transformation:</a:t>
            </a:r>
          </a:p>
          <a:p>
            <a:pPr lvl="1"/>
            <a:r>
              <a:rPr lang="en-US" dirty="0"/>
              <a:t>Calculating percentages</a:t>
            </a:r>
          </a:p>
          <a:p>
            <a:pPr lvl="1"/>
            <a:r>
              <a:rPr lang="en-US" dirty="0"/>
              <a:t>Normalize variables</a:t>
            </a:r>
          </a:p>
        </p:txBody>
      </p:sp>
    </p:spTree>
    <p:extLst>
      <p:ext uri="{BB962C8B-B14F-4D97-AF65-F5344CB8AC3E}">
        <p14:creationId xmlns:p14="http://schemas.microsoft.com/office/powerpoint/2010/main" val="3559717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869E0-410C-8FDD-D052-EBCEE161E870}"/>
              </a:ext>
            </a:extLst>
          </p:cNvPr>
          <p:cNvSpPr>
            <a:spLocks noGrp="1"/>
          </p:cNvSpPr>
          <p:nvPr>
            <p:ph type="title"/>
          </p:nvPr>
        </p:nvSpPr>
        <p:spPr/>
        <p:txBody>
          <a:bodyPr/>
          <a:lstStyle/>
          <a:p>
            <a:r>
              <a:rPr lang="en-US" dirty="0"/>
              <a:t>Data Transformation</a:t>
            </a:r>
          </a:p>
        </p:txBody>
      </p:sp>
      <p:sp>
        <p:nvSpPr>
          <p:cNvPr id="3" name="Slide Number Placeholder 2">
            <a:extLst>
              <a:ext uri="{FF2B5EF4-FFF2-40B4-BE49-F238E27FC236}">
                <a16:creationId xmlns:a16="http://schemas.microsoft.com/office/drawing/2014/main" id="{EF2E901E-0757-F415-1DC3-062FA3E08ABD}"/>
              </a:ext>
            </a:extLst>
          </p:cNvPr>
          <p:cNvSpPr>
            <a:spLocks noGrp="1"/>
          </p:cNvSpPr>
          <p:nvPr>
            <p:ph type="sldNum" sz="quarter" idx="12"/>
          </p:nvPr>
        </p:nvSpPr>
        <p:spPr/>
        <p:txBody>
          <a:bodyPr/>
          <a:lstStyle/>
          <a:p>
            <a:fld id="{B6F15528-21DE-4FAA-801E-634DDDAF4B2B}" type="slidenum">
              <a:rPr lang="en-US" smtClean="0"/>
              <a:pPr/>
              <a:t>15</a:t>
            </a:fld>
            <a:endParaRPr lang="en-US"/>
          </a:p>
        </p:txBody>
      </p:sp>
      <p:sp>
        <p:nvSpPr>
          <p:cNvPr id="4" name="Content Placeholder 3">
            <a:extLst>
              <a:ext uri="{FF2B5EF4-FFF2-40B4-BE49-F238E27FC236}">
                <a16:creationId xmlns:a16="http://schemas.microsoft.com/office/drawing/2014/main" id="{36CDBDCD-BC5C-1A9B-9179-362514959C01}"/>
              </a:ext>
            </a:extLst>
          </p:cNvPr>
          <p:cNvSpPr>
            <a:spLocks noGrp="1"/>
          </p:cNvSpPr>
          <p:nvPr>
            <p:ph sz="quarter" idx="1"/>
          </p:nvPr>
        </p:nvSpPr>
        <p:spPr/>
        <p:txBody>
          <a:bodyPr>
            <a:normAutofit/>
          </a:bodyPr>
          <a:lstStyle/>
          <a:p>
            <a:pPr marL="0" indent="0">
              <a:buNone/>
            </a:pPr>
            <a:r>
              <a:rPr lang="en-US" b="1" dirty="0"/>
              <a:t>Example 2.7:</a:t>
            </a:r>
          </a:p>
          <a:p>
            <a:pPr marL="0" indent="0">
              <a:buNone/>
            </a:pPr>
            <a:r>
              <a:rPr lang="en-US" dirty="0"/>
              <a:t>Recall Example 2.5. Organic Food Superstore wants to generate two new variables that capture the year-to-year difference and the percentage difference in spending.</a:t>
            </a:r>
          </a:p>
          <a:p>
            <a:pPr marL="0" indent="0">
              <a:buNone/>
            </a:pPr>
            <a:r>
              <a:rPr lang="en-US" dirty="0"/>
              <a:t>They also want to transform the income variable into natural logarithms. </a:t>
            </a:r>
          </a:p>
          <a:p>
            <a:pPr marL="0" indent="0">
              <a:buNone/>
            </a:pPr>
            <a:endParaRPr lang="en-US" dirty="0"/>
          </a:p>
          <a:p>
            <a:endParaRPr lang="en-US" dirty="0"/>
          </a:p>
        </p:txBody>
      </p:sp>
    </p:spTree>
    <p:extLst>
      <p:ext uri="{BB962C8B-B14F-4D97-AF65-F5344CB8AC3E}">
        <p14:creationId xmlns:p14="http://schemas.microsoft.com/office/powerpoint/2010/main" val="30053598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869E0-410C-8FDD-D052-EBCEE161E870}"/>
              </a:ext>
            </a:extLst>
          </p:cNvPr>
          <p:cNvSpPr>
            <a:spLocks noGrp="1"/>
          </p:cNvSpPr>
          <p:nvPr>
            <p:ph type="title"/>
          </p:nvPr>
        </p:nvSpPr>
        <p:spPr/>
        <p:txBody>
          <a:bodyPr/>
          <a:lstStyle/>
          <a:p>
            <a:r>
              <a:rPr lang="en-US" dirty="0"/>
              <a:t>Data Transformation</a:t>
            </a:r>
          </a:p>
        </p:txBody>
      </p:sp>
      <p:sp>
        <p:nvSpPr>
          <p:cNvPr id="3" name="Slide Number Placeholder 2">
            <a:extLst>
              <a:ext uri="{FF2B5EF4-FFF2-40B4-BE49-F238E27FC236}">
                <a16:creationId xmlns:a16="http://schemas.microsoft.com/office/drawing/2014/main" id="{EF2E901E-0757-F415-1DC3-062FA3E08ABD}"/>
              </a:ext>
            </a:extLst>
          </p:cNvPr>
          <p:cNvSpPr>
            <a:spLocks noGrp="1"/>
          </p:cNvSpPr>
          <p:nvPr>
            <p:ph type="sldNum" sz="quarter" idx="12"/>
          </p:nvPr>
        </p:nvSpPr>
        <p:spPr/>
        <p:txBody>
          <a:bodyPr/>
          <a:lstStyle/>
          <a:p>
            <a:fld id="{B6F15528-21DE-4FAA-801E-634DDDAF4B2B}" type="slidenum">
              <a:rPr lang="en-US" smtClean="0"/>
              <a:pPr/>
              <a:t>16</a:t>
            </a:fld>
            <a:endParaRPr lang="en-US"/>
          </a:p>
        </p:txBody>
      </p:sp>
      <p:sp>
        <p:nvSpPr>
          <p:cNvPr id="4" name="Content Placeholder 3">
            <a:extLst>
              <a:ext uri="{FF2B5EF4-FFF2-40B4-BE49-F238E27FC236}">
                <a16:creationId xmlns:a16="http://schemas.microsoft.com/office/drawing/2014/main" id="{36CDBDCD-BC5C-1A9B-9179-362514959C01}"/>
              </a:ext>
            </a:extLst>
          </p:cNvPr>
          <p:cNvSpPr>
            <a:spLocks noGrp="1"/>
          </p:cNvSpPr>
          <p:nvPr>
            <p:ph sz="quarter" idx="1"/>
          </p:nvPr>
        </p:nvSpPr>
        <p:spPr/>
        <p:txBody>
          <a:bodyPr>
            <a:normAutofit fontScale="92500"/>
          </a:bodyPr>
          <a:lstStyle/>
          <a:p>
            <a:pPr marL="0" indent="0">
              <a:buNone/>
            </a:pPr>
            <a:r>
              <a:rPr lang="en-US" b="1" dirty="0"/>
              <a:t>Example 2.8:</a:t>
            </a:r>
          </a:p>
          <a:p>
            <a:pPr marL="0" indent="0">
              <a:buNone/>
            </a:pPr>
            <a:r>
              <a:rPr lang="en-US" dirty="0"/>
              <a:t>The U.S. Census Bureau records the population for the 50 states each year. The accompanying data file (Population) contains these data for the years 2010 to 2018.</a:t>
            </a:r>
          </a:p>
          <a:p>
            <a:pPr marL="0" indent="0">
              <a:buNone/>
            </a:pPr>
            <a:r>
              <a:rPr lang="en-US" dirty="0"/>
              <a:t>Create a new variable called “Difference” that contains the difference between the 2018 population and the 2017 population for each state (i.e., 2018 population – 2017 population). </a:t>
            </a:r>
          </a:p>
          <a:p>
            <a:pPr marL="0" indent="0">
              <a:buNone/>
            </a:pPr>
            <a:r>
              <a:rPr lang="en-US" dirty="0"/>
              <a:t>Additionally, create a new variable called “</a:t>
            </a:r>
            <a:r>
              <a:rPr lang="en-US" dirty="0" err="1"/>
              <a:t>PctDiff</a:t>
            </a:r>
            <a:r>
              <a:rPr lang="en-US" dirty="0"/>
              <a:t>” that contains the percentage of increase in population from 2010 to 2018.</a:t>
            </a:r>
          </a:p>
          <a:p>
            <a:pPr marL="0" indent="0">
              <a:buNone/>
            </a:pPr>
            <a:endParaRPr lang="en-US" dirty="0"/>
          </a:p>
          <a:p>
            <a:endParaRPr lang="en-US" dirty="0"/>
          </a:p>
        </p:txBody>
      </p:sp>
    </p:spTree>
    <p:extLst>
      <p:ext uri="{BB962C8B-B14F-4D97-AF65-F5344CB8AC3E}">
        <p14:creationId xmlns:p14="http://schemas.microsoft.com/office/powerpoint/2010/main" val="26562446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5B790-5672-BE00-A372-55E0D6E59044}"/>
              </a:ext>
            </a:extLst>
          </p:cNvPr>
          <p:cNvSpPr>
            <a:spLocks noGrp="1"/>
          </p:cNvSpPr>
          <p:nvPr>
            <p:ph type="title"/>
          </p:nvPr>
        </p:nvSpPr>
        <p:spPr/>
        <p:txBody>
          <a:bodyPr/>
          <a:lstStyle/>
          <a:p>
            <a:r>
              <a:rPr lang="en-US" dirty="0"/>
              <a:t>Transforming Categorical Data</a:t>
            </a:r>
          </a:p>
        </p:txBody>
      </p:sp>
      <p:sp>
        <p:nvSpPr>
          <p:cNvPr id="3" name="Slide Number Placeholder 2">
            <a:extLst>
              <a:ext uri="{FF2B5EF4-FFF2-40B4-BE49-F238E27FC236}">
                <a16:creationId xmlns:a16="http://schemas.microsoft.com/office/drawing/2014/main" id="{92D473F4-5E1C-AE13-F3B2-FFA81CD5BC01}"/>
              </a:ext>
            </a:extLst>
          </p:cNvPr>
          <p:cNvSpPr>
            <a:spLocks noGrp="1"/>
          </p:cNvSpPr>
          <p:nvPr>
            <p:ph type="sldNum" sz="quarter" idx="12"/>
          </p:nvPr>
        </p:nvSpPr>
        <p:spPr/>
        <p:txBody>
          <a:bodyPr/>
          <a:lstStyle/>
          <a:p>
            <a:fld id="{B6F15528-21DE-4FAA-801E-634DDDAF4B2B}" type="slidenum">
              <a:rPr lang="en-US" smtClean="0"/>
              <a:pPr/>
              <a:t>17</a:t>
            </a:fld>
            <a:endParaRPr lang="en-US"/>
          </a:p>
        </p:txBody>
      </p:sp>
      <p:sp>
        <p:nvSpPr>
          <p:cNvPr id="4" name="Content Placeholder 3">
            <a:extLst>
              <a:ext uri="{FF2B5EF4-FFF2-40B4-BE49-F238E27FC236}">
                <a16:creationId xmlns:a16="http://schemas.microsoft.com/office/drawing/2014/main" id="{D016E8A4-0A0B-7D16-A803-E2B129490CC3}"/>
              </a:ext>
            </a:extLst>
          </p:cNvPr>
          <p:cNvSpPr>
            <a:spLocks noGrp="1"/>
          </p:cNvSpPr>
          <p:nvPr>
            <p:ph sz="quarter" idx="1"/>
          </p:nvPr>
        </p:nvSpPr>
        <p:spPr>
          <a:xfrm>
            <a:off x="603504" y="1447800"/>
            <a:ext cx="8394192" cy="5219700"/>
          </a:xfrm>
        </p:spPr>
        <p:txBody>
          <a:bodyPr>
            <a:normAutofit fontScale="92500"/>
          </a:bodyPr>
          <a:lstStyle/>
          <a:p>
            <a:r>
              <a:rPr lang="en-US" dirty="0"/>
              <a:t>Use labels or names to identify the distinguishing characteristics of categorical variables. </a:t>
            </a:r>
          </a:p>
          <a:p>
            <a:r>
              <a:rPr lang="en-US" dirty="0"/>
              <a:t>Categorical data do present unique challenges in data wrangling:</a:t>
            </a:r>
            <a:endParaRPr lang="en-US" b="1" dirty="0"/>
          </a:p>
          <a:p>
            <a:r>
              <a:rPr lang="en-US" b="1" dirty="0"/>
              <a:t>Converting categorical variables into numerical variables:</a:t>
            </a:r>
          </a:p>
          <a:p>
            <a:pPr lvl="1"/>
            <a:r>
              <a:rPr lang="en-US" dirty="0"/>
              <a:t>For some models, categorical variables must first be converted into numerical variables (e.g., regression).</a:t>
            </a:r>
          </a:p>
          <a:p>
            <a:pPr lvl="1"/>
            <a:r>
              <a:rPr lang="en-US" dirty="0"/>
              <a:t>A dummy variable is commonly used to describe two categories of a variable (also referred to as an indicator)</a:t>
            </a:r>
          </a:p>
          <a:p>
            <a:pPr lvl="1"/>
            <a:r>
              <a:rPr lang="en-US" dirty="0"/>
              <a:t>A value of 1 for one the categories and a value of 0 for the other categories</a:t>
            </a:r>
          </a:p>
          <a:p>
            <a:pPr lvl="1"/>
            <a:r>
              <a:rPr lang="en-US" dirty="0"/>
              <a:t>Interpreting results is done relative to the reference category</a:t>
            </a:r>
          </a:p>
          <a:p>
            <a:pPr lvl="1"/>
            <a:r>
              <a:rPr lang="en-US" dirty="0"/>
              <a:t>For a categorical variable with k categories, create k-1 dummy variables.</a:t>
            </a:r>
          </a:p>
          <a:p>
            <a:pPr lvl="1"/>
            <a:endParaRPr lang="en-US" dirty="0"/>
          </a:p>
        </p:txBody>
      </p:sp>
    </p:spTree>
    <p:extLst>
      <p:ext uri="{BB962C8B-B14F-4D97-AF65-F5344CB8AC3E}">
        <p14:creationId xmlns:p14="http://schemas.microsoft.com/office/powerpoint/2010/main" val="4161039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94784-6215-531A-6886-D0298A11F9CA}"/>
              </a:ext>
            </a:extLst>
          </p:cNvPr>
          <p:cNvSpPr>
            <a:spLocks noGrp="1"/>
          </p:cNvSpPr>
          <p:nvPr>
            <p:ph type="title"/>
          </p:nvPr>
        </p:nvSpPr>
        <p:spPr/>
        <p:txBody>
          <a:bodyPr/>
          <a:lstStyle/>
          <a:p>
            <a:r>
              <a:rPr lang="en-US" dirty="0"/>
              <a:t>Transforming Categorical Data</a:t>
            </a:r>
          </a:p>
        </p:txBody>
      </p:sp>
      <p:sp>
        <p:nvSpPr>
          <p:cNvPr id="3" name="Slide Number Placeholder 2">
            <a:extLst>
              <a:ext uri="{FF2B5EF4-FFF2-40B4-BE49-F238E27FC236}">
                <a16:creationId xmlns:a16="http://schemas.microsoft.com/office/drawing/2014/main" id="{57380785-13BF-B3D4-A6F5-2E72F8D49F04}"/>
              </a:ext>
            </a:extLst>
          </p:cNvPr>
          <p:cNvSpPr>
            <a:spLocks noGrp="1"/>
          </p:cNvSpPr>
          <p:nvPr>
            <p:ph type="sldNum" sz="quarter" idx="12"/>
          </p:nvPr>
        </p:nvSpPr>
        <p:spPr/>
        <p:txBody>
          <a:bodyPr/>
          <a:lstStyle/>
          <a:p>
            <a:fld id="{B6F15528-21DE-4FAA-801E-634DDDAF4B2B}" type="slidenum">
              <a:rPr lang="en-US" smtClean="0"/>
              <a:pPr/>
              <a:t>18</a:t>
            </a:fld>
            <a:endParaRPr lang="en-US"/>
          </a:p>
        </p:txBody>
      </p:sp>
      <p:sp>
        <p:nvSpPr>
          <p:cNvPr id="4" name="Content Placeholder 3">
            <a:extLst>
              <a:ext uri="{FF2B5EF4-FFF2-40B4-BE49-F238E27FC236}">
                <a16:creationId xmlns:a16="http://schemas.microsoft.com/office/drawing/2014/main" id="{D553E5A2-64E0-6107-F5BC-15E04498F333}"/>
              </a:ext>
            </a:extLst>
          </p:cNvPr>
          <p:cNvSpPr>
            <a:spLocks noGrp="1"/>
          </p:cNvSpPr>
          <p:nvPr>
            <p:ph sz="quarter" idx="1"/>
          </p:nvPr>
        </p:nvSpPr>
        <p:spPr/>
        <p:txBody>
          <a:bodyPr/>
          <a:lstStyle/>
          <a:p>
            <a:pPr marL="0" indent="0">
              <a:buNone/>
            </a:pPr>
            <a:r>
              <a:rPr lang="en-US" b="1" dirty="0"/>
              <a:t>Example 2.9:</a:t>
            </a:r>
          </a:p>
          <a:p>
            <a:pPr marL="0" indent="0">
              <a:buNone/>
            </a:pPr>
            <a:r>
              <a:rPr lang="en-US" dirty="0"/>
              <a:t>Organic food feels that understanding the channels through which customers were acquired is important to predict customers’ future </a:t>
            </a:r>
            <a:r>
              <a:rPr lang="en-US" dirty="0" err="1"/>
              <a:t>behaviours</a:t>
            </a:r>
            <a:r>
              <a:rPr lang="en-US" dirty="0"/>
              <a:t>. Organic food needs to convert the Channel categories into dummy variables. Because web banner ads are probably the most common marketing tools used by Organic Food, they plan to use the Web channel as the reference category and assess the effects of other channels in relation to the Web channel. Create relevant dummy variables. </a:t>
            </a:r>
          </a:p>
        </p:txBody>
      </p:sp>
    </p:spTree>
    <p:extLst>
      <p:ext uri="{BB962C8B-B14F-4D97-AF65-F5344CB8AC3E}">
        <p14:creationId xmlns:p14="http://schemas.microsoft.com/office/powerpoint/2010/main" val="11752129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94784-6215-531A-6886-D0298A11F9CA}"/>
              </a:ext>
            </a:extLst>
          </p:cNvPr>
          <p:cNvSpPr>
            <a:spLocks noGrp="1"/>
          </p:cNvSpPr>
          <p:nvPr>
            <p:ph type="title"/>
          </p:nvPr>
        </p:nvSpPr>
        <p:spPr/>
        <p:txBody>
          <a:bodyPr/>
          <a:lstStyle/>
          <a:p>
            <a:r>
              <a:rPr lang="en-US" dirty="0"/>
              <a:t>Transforming Categorical Data</a:t>
            </a:r>
          </a:p>
        </p:txBody>
      </p:sp>
      <p:sp>
        <p:nvSpPr>
          <p:cNvPr id="3" name="Slide Number Placeholder 2">
            <a:extLst>
              <a:ext uri="{FF2B5EF4-FFF2-40B4-BE49-F238E27FC236}">
                <a16:creationId xmlns:a16="http://schemas.microsoft.com/office/drawing/2014/main" id="{57380785-13BF-B3D4-A6F5-2E72F8D49F04}"/>
              </a:ext>
            </a:extLst>
          </p:cNvPr>
          <p:cNvSpPr>
            <a:spLocks noGrp="1"/>
          </p:cNvSpPr>
          <p:nvPr>
            <p:ph type="sldNum" sz="quarter" idx="12"/>
          </p:nvPr>
        </p:nvSpPr>
        <p:spPr/>
        <p:txBody>
          <a:bodyPr/>
          <a:lstStyle/>
          <a:p>
            <a:fld id="{B6F15528-21DE-4FAA-801E-634DDDAF4B2B}" type="slidenum">
              <a:rPr lang="en-US" smtClean="0"/>
              <a:pPr/>
              <a:t>19</a:t>
            </a:fld>
            <a:endParaRPr lang="en-US"/>
          </a:p>
        </p:txBody>
      </p:sp>
      <p:sp>
        <p:nvSpPr>
          <p:cNvPr id="4" name="Content Placeholder 3">
            <a:extLst>
              <a:ext uri="{FF2B5EF4-FFF2-40B4-BE49-F238E27FC236}">
                <a16:creationId xmlns:a16="http://schemas.microsoft.com/office/drawing/2014/main" id="{D553E5A2-64E0-6107-F5BC-15E04498F333}"/>
              </a:ext>
            </a:extLst>
          </p:cNvPr>
          <p:cNvSpPr>
            <a:spLocks noGrp="1"/>
          </p:cNvSpPr>
          <p:nvPr>
            <p:ph sz="quarter" idx="1"/>
          </p:nvPr>
        </p:nvSpPr>
        <p:spPr/>
        <p:txBody>
          <a:bodyPr/>
          <a:lstStyle/>
          <a:p>
            <a:pPr marL="0" indent="0">
              <a:buNone/>
            </a:pPr>
            <a:r>
              <a:rPr lang="en-US" b="1" dirty="0"/>
              <a:t>Example 2.10:</a:t>
            </a:r>
          </a:p>
          <a:p>
            <a:pPr marL="0" indent="0">
              <a:buNone/>
            </a:pPr>
            <a:r>
              <a:rPr lang="en-US" dirty="0"/>
              <a:t>The data set “EX210” contains two variables, Birthdate and </a:t>
            </a:r>
            <a:r>
              <a:rPr lang="en-US" dirty="0" err="1"/>
              <a:t>LoanDecision</a:t>
            </a:r>
            <a:r>
              <a:rPr lang="en-US" dirty="0"/>
              <a:t>. </a:t>
            </a:r>
            <a:r>
              <a:rPr lang="en-US" dirty="0" err="1"/>
              <a:t>LoanDecision</a:t>
            </a:r>
            <a:r>
              <a:rPr lang="en-US" dirty="0"/>
              <a:t> contains three unordered categories (“Reject”, “Approve”, “Need more information”). To facilitate subsequent analysis, we need to convert </a:t>
            </a:r>
            <a:r>
              <a:rPr lang="en-US" dirty="0" err="1"/>
              <a:t>LoanDecision</a:t>
            </a:r>
            <a:r>
              <a:rPr lang="en-US" dirty="0"/>
              <a:t> into dummy variables using “Need more information” as the reference category. </a:t>
            </a:r>
          </a:p>
        </p:txBody>
      </p:sp>
    </p:spTree>
    <p:extLst>
      <p:ext uri="{BB962C8B-B14F-4D97-AF65-F5344CB8AC3E}">
        <p14:creationId xmlns:p14="http://schemas.microsoft.com/office/powerpoint/2010/main" val="279916946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erations Management">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Operations Management</Template>
  <TotalTime>20482</TotalTime>
  <Words>1468</Words>
  <Application>Microsoft Macintosh PowerPoint</Application>
  <PresentationFormat>On-screen Show (4:3)</PresentationFormat>
  <Paragraphs>119</Paragraphs>
  <Slides>19</Slides>
  <Notes>2</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19</vt:i4>
      </vt:variant>
    </vt:vector>
  </HeadingPairs>
  <TitlesOfParts>
    <vt:vector size="26" baseType="lpstr">
      <vt:lpstr>Calibri</vt:lpstr>
      <vt:lpstr>Franklin Gothic Book</vt:lpstr>
      <vt:lpstr>Perpetua</vt:lpstr>
      <vt:lpstr>Times New Roman</vt:lpstr>
      <vt:lpstr>Wingdings 2</vt:lpstr>
      <vt:lpstr>Operations Management</vt:lpstr>
      <vt:lpstr>Equation</vt:lpstr>
      <vt:lpstr>Data Preparation and Wrangling</vt:lpstr>
      <vt:lpstr>Data Management and Wrangling</vt:lpstr>
      <vt:lpstr>Data Management and Wrangling</vt:lpstr>
      <vt:lpstr>Data Inspection</vt:lpstr>
      <vt:lpstr>Data Inspection</vt:lpstr>
      <vt:lpstr>Data Preparation</vt:lpstr>
      <vt:lpstr>Handling Missing Values</vt:lpstr>
      <vt:lpstr>Handling Missing Values</vt:lpstr>
      <vt:lpstr>Data Preparation </vt:lpstr>
      <vt:lpstr>Data Preparation </vt:lpstr>
      <vt:lpstr>Data Subsetting</vt:lpstr>
      <vt:lpstr>Data Subsetting</vt:lpstr>
      <vt:lpstr>Data Subsetting </vt:lpstr>
      <vt:lpstr>Data Transformation</vt:lpstr>
      <vt:lpstr>Data Transformation</vt:lpstr>
      <vt:lpstr>Data Transformation</vt:lpstr>
      <vt:lpstr>Transforming Categorical Data</vt:lpstr>
      <vt:lpstr>Transforming Categorical Data</vt:lpstr>
      <vt:lpstr>Transforming Categorical Data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Operations Management</dc:title>
  <dc:creator>Amir</dc:creator>
  <cp:lastModifiedBy>Amirmohsen Golmohammadi</cp:lastModifiedBy>
  <cp:revision>90</cp:revision>
  <dcterms:created xsi:type="dcterms:W3CDTF">2016-10-30T21:44:55Z</dcterms:created>
  <dcterms:modified xsi:type="dcterms:W3CDTF">2025-09-09T18:22:55Z</dcterms:modified>
</cp:coreProperties>
</file>
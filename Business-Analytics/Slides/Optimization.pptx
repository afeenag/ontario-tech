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71" r:id="rId9"/>
    <p:sldId id="270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A1BDA-7511-0641-8A29-64601CC3C989}" v="35" dt="2025-11-09T15:56:24.7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45"/>
    <p:restoredTop sz="91280"/>
  </p:normalViewPr>
  <p:slideViewPr>
    <p:cSldViewPr>
      <p:cViewPr varScale="1">
        <p:scale>
          <a:sx n="112" d="100"/>
          <a:sy n="112" d="100"/>
        </p:scale>
        <p:origin x="1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mohsen Golmohammadi" userId="7ce0db84-c3cb-435b-9860-51974a9f0fdd" providerId="ADAL" clId="{C28A1BDA-7511-0641-8A29-64601CC3C989}"/>
    <pc:docChg chg="delSld modSld">
      <pc:chgData name="Amirmohsen Golmohammadi" userId="7ce0db84-c3cb-435b-9860-51974a9f0fdd" providerId="ADAL" clId="{C28A1BDA-7511-0641-8A29-64601CC3C989}" dt="2025-11-09T16:13:43.085" v="43" actId="2696"/>
      <pc:docMkLst>
        <pc:docMk/>
      </pc:docMkLst>
      <pc:sldChg chg="addSp modSp">
        <pc:chgData name="Amirmohsen Golmohammadi" userId="7ce0db84-c3cb-435b-9860-51974a9f0fdd" providerId="ADAL" clId="{C28A1BDA-7511-0641-8A29-64601CC3C989}" dt="2025-11-09T15:39:32.391" v="0"/>
        <pc:sldMkLst>
          <pc:docMk/>
          <pc:sldMk cId="2293728981" sldId="256"/>
        </pc:sldMkLst>
        <pc:spChg chg="add mod">
          <ac:chgData name="Amirmohsen Golmohammadi" userId="7ce0db84-c3cb-435b-9860-51974a9f0fdd" providerId="ADAL" clId="{C28A1BDA-7511-0641-8A29-64601CC3C989}" dt="2025-11-09T15:39:32.391" v="0"/>
          <ac:spMkLst>
            <pc:docMk/>
            <pc:sldMk cId="2293728981" sldId="256"/>
            <ac:spMk id="3" creationId="{BA11D76D-31F6-D4EB-1545-A5B4C1D73EAE}"/>
          </ac:spMkLst>
        </pc:spChg>
      </pc:sldChg>
      <pc:sldChg chg="modSp">
        <pc:chgData name="Amirmohsen Golmohammadi" userId="7ce0db84-c3cb-435b-9860-51974a9f0fdd" providerId="ADAL" clId="{C28A1BDA-7511-0641-8A29-64601CC3C989}" dt="2025-11-09T15:56:24.709" v="34" actId="20577"/>
        <pc:sldMkLst>
          <pc:docMk/>
          <pc:sldMk cId="4024977867" sldId="258"/>
        </pc:sldMkLst>
        <pc:spChg chg="mod">
          <ac:chgData name="Amirmohsen Golmohammadi" userId="7ce0db84-c3cb-435b-9860-51974a9f0fdd" providerId="ADAL" clId="{C28A1BDA-7511-0641-8A29-64601CC3C989}" dt="2025-11-09T15:56:24.709" v="34" actId="20577"/>
          <ac:spMkLst>
            <pc:docMk/>
            <pc:sldMk cId="4024977867" sldId="258"/>
            <ac:spMk id="4" creationId="{00000000-0000-0000-0000-000000000000}"/>
          </ac:spMkLst>
        </pc:spChg>
      </pc:sldChg>
      <pc:sldChg chg="modSp mod">
        <pc:chgData name="Amirmohsen Golmohammadi" userId="7ce0db84-c3cb-435b-9860-51974a9f0fdd" providerId="ADAL" clId="{C28A1BDA-7511-0641-8A29-64601CC3C989}" dt="2025-11-09T16:02:22.041" v="42" actId="20577"/>
        <pc:sldMkLst>
          <pc:docMk/>
          <pc:sldMk cId="2550777604" sldId="259"/>
        </pc:sldMkLst>
        <pc:spChg chg="mod">
          <ac:chgData name="Amirmohsen Golmohammadi" userId="7ce0db84-c3cb-435b-9860-51974a9f0fdd" providerId="ADAL" clId="{C28A1BDA-7511-0641-8A29-64601CC3C989}" dt="2025-11-09T16:02:22.041" v="42" actId="20577"/>
          <ac:spMkLst>
            <pc:docMk/>
            <pc:sldMk cId="2550777604" sldId="259"/>
            <ac:spMk id="4" creationId="{00000000-0000-0000-0000-000000000000}"/>
          </ac:spMkLst>
        </pc:spChg>
      </pc:sldChg>
      <pc:sldChg chg="del">
        <pc:chgData name="Amirmohsen Golmohammadi" userId="7ce0db84-c3cb-435b-9860-51974a9f0fdd" providerId="ADAL" clId="{C28A1BDA-7511-0641-8A29-64601CC3C989}" dt="2025-11-09T16:13:43.085" v="43" actId="2696"/>
        <pc:sldMkLst>
          <pc:docMk/>
          <pc:sldMk cId="3641998696" sldId="272"/>
        </pc:sldMkLst>
      </pc:sldChg>
    </pc:docChg>
  </pc:docChgLst>
  <pc:docChgLst>
    <pc:chgData name="Amirmohsen Golmohammadi" userId="7ce0db84-c3cb-435b-9860-51974a9f0fdd" providerId="ADAL" clId="{7AF844CB-4C3C-854F-B0FA-FDD6D64F2183}"/>
    <pc:docChg chg="undo custSel addSld delSld modSld">
      <pc:chgData name="Amirmohsen Golmohammadi" userId="7ce0db84-c3cb-435b-9860-51974a9f0fdd" providerId="ADAL" clId="{7AF844CB-4C3C-854F-B0FA-FDD6D64F2183}" dt="2025-10-29T16:12:41.653" v="596" actId="20577"/>
      <pc:docMkLst>
        <pc:docMk/>
      </pc:docMkLst>
      <pc:sldChg chg="modSp mod modNotesTx">
        <pc:chgData name="Amirmohsen Golmohammadi" userId="7ce0db84-c3cb-435b-9860-51974a9f0fdd" providerId="ADAL" clId="{7AF844CB-4C3C-854F-B0FA-FDD6D64F2183}" dt="2025-10-28T20:00:28.477" v="13" actId="20577"/>
        <pc:sldMkLst>
          <pc:docMk/>
          <pc:sldMk cId="2293728981" sldId="256"/>
        </pc:sldMkLst>
        <pc:spChg chg="mod">
          <ac:chgData name="Amirmohsen Golmohammadi" userId="7ce0db84-c3cb-435b-9860-51974a9f0fdd" providerId="ADAL" clId="{7AF844CB-4C3C-854F-B0FA-FDD6D64F2183}" dt="2025-10-28T20:00:28.477" v="13" actId="20577"/>
          <ac:spMkLst>
            <pc:docMk/>
            <pc:sldMk cId="2293728981" sldId="256"/>
            <ac:spMk id="2" creationId="{00000000-0000-0000-0000-000000000000}"/>
          </ac:spMkLst>
        </pc:spChg>
      </pc:sldChg>
      <pc:sldChg chg="modSp new mod">
        <pc:chgData name="Amirmohsen Golmohammadi" userId="7ce0db84-c3cb-435b-9860-51974a9f0fdd" providerId="ADAL" clId="{7AF844CB-4C3C-854F-B0FA-FDD6D64F2183}" dt="2025-10-28T20:01:12.641" v="27"/>
        <pc:sldMkLst>
          <pc:docMk/>
          <pc:sldMk cId="914113743" sldId="257"/>
        </pc:sldMkLst>
        <pc:spChg chg="mod">
          <ac:chgData name="Amirmohsen Golmohammadi" userId="7ce0db84-c3cb-435b-9860-51974a9f0fdd" providerId="ADAL" clId="{7AF844CB-4C3C-854F-B0FA-FDD6D64F2183}" dt="2025-10-28T20:01:03.990" v="26" actId="20577"/>
          <ac:spMkLst>
            <pc:docMk/>
            <pc:sldMk cId="914113743" sldId="257"/>
            <ac:spMk id="2" creationId="{87648339-58EE-B381-5423-FFA592AD9B0E}"/>
          </ac:spMkLst>
        </pc:spChg>
        <pc:spChg chg="mod">
          <ac:chgData name="Amirmohsen Golmohammadi" userId="7ce0db84-c3cb-435b-9860-51974a9f0fdd" providerId="ADAL" clId="{7AF844CB-4C3C-854F-B0FA-FDD6D64F2183}" dt="2025-10-28T20:01:12.641" v="27"/>
          <ac:spMkLst>
            <pc:docMk/>
            <pc:sldMk cId="914113743" sldId="257"/>
            <ac:spMk id="4" creationId="{C914DDD9-76AB-76AF-BC08-D69082AB3CB2}"/>
          </ac:spMkLst>
        </pc:spChg>
      </pc:sldChg>
      <pc:sldChg chg="modSp add mod">
        <pc:chgData name="Amirmohsen Golmohammadi" userId="7ce0db84-c3cb-435b-9860-51974a9f0fdd" providerId="ADAL" clId="{7AF844CB-4C3C-854F-B0FA-FDD6D64F2183}" dt="2025-10-28T20:08:20.323" v="133" actId="20577"/>
        <pc:sldMkLst>
          <pc:docMk/>
          <pc:sldMk cId="4024977867" sldId="258"/>
        </pc:sldMkLst>
        <pc:spChg chg="mod">
          <ac:chgData name="Amirmohsen Golmohammadi" userId="7ce0db84-c3cb-435b-9860-51974a9f0fdd" providerId="ADAL" clId="{7AF844CB-4C3C-854F-B0FA-FDD6D64F2183}" dt="2025-10-28T20:08:20.323" v="133" actId="20577"/>
          <ac:spMkLst>
            <pc:docMk/>
            <pc:sldMk cId="4024977867" sldId="258"/>
            <ac:spMk id="4" creationId="{00000000-0000-0000-0000-000000000000}"/>
          </ac:spMkLst>
        </pc:spChg>
      </pc:sldChg>
      <pc:sldChg chg="modSp add mod">
        <pc:chgData name="Amirmohsen Golmohammadi" userId="7ce0db84-c3cb-435b-9860-51974a9f0fdd" providerId="ADAL" clId="{7AF844CB-4C3C-854F-B0FA-FDD6D64F2183}" dt="2025-10-29T15:32:22.409" v="170" actId="20577"/>
        <pc:sldMkLst>
          <pc:docMk/>
          <pc:sldMk cId="2550777604" sldId="259"/>
        </pc:sldMkLst>
        <pc:spChg chg="mod">
          <ac:chgData name="Amirmohsen Golmohammadi" userId="7ce0db84-c3cb-435b-9860-51974a9f0fdd" providerId="ADAL" clId="{7AF844CB-4C3C-854F-B0FA-FDD6D64F2183}" dt="2025-10-29T15:32:22.409" v="170" actId="20577"/>
          <ac:spMkLst>
            <pc:docMk/>
            <pc:sldMk cId="2550777604" sldId="259"/>
            <ac:spMk id="4" creationId="{00000000-0000-0000-0000-000000000000}"/>
          </ac:spMkLst>
        </pc:spChg>
      </pc:sldChg>
      <pc:sldChg chg="modSp add mod">
        <pc:chgData name="Amirmohsen Golmohammadi" userId="7ce0db84-c3cb-435b-9860-51974a9f0fdd" providerId="ADAL" clId="{7AF844CB-4C3C-854F-B0FA-FDD6D64F2183}" dt="2025-10-29T15:33:39.379" v="189" actId="20577"/>
        <pc:sldMkLst>
          <pc:docMk/>
          <pc:sldMk cId="1232335822" sldId="261"/>
        </pc:sldMkLst>
        <pc:spChg chg="mod">
          <ac:chgData name="Amirmohsen Golmohammadi" userId="7ce0db84-c3cb-435b-9860-51974a9f0fdd" providerId="ADAL" clId="{7AF844CB-4C3C-854F-B0FA-FDD6D64F2183}" dt="2025-10-29T15:33:39.379" v="189" actId="20577"/>
          <ac:spMkLst>
            <pc:docMk/>
            <pc:sldMk cId="1232335822" sldId="261"/>
            <ac:spMk id="4" creationId="{00000000-0000-0000-0000-000000000000}"/>
          </ac:spMkLst>
        </pc:spChg>
      </pc:sldChg>
      <pc:sldChg chg="modSp add mod">
        <pc:chgData name="Amirmohsen Golmohammadi" userId="7ce0db84-c3cb-435b-9860-51974a9f0fdd" providerId="ADAL" clId="{7AF844CB-4C3C-854F-B0FA-FDD6D64F2183}" dt="2025-10-29T15:35:39.691" v="221" actId="27636"/>
        <pc:sldMkLst>
          <pc:docMk/>
          <pc:sldMk cId="3086355218" sldId="263"/>
        </pc:sldMkLst>
        <pc:spChg chg="mod">
          <ac:chgData name="Amirmohsen Golmohammadi" userId="7ce0db84-c3cb-435b-9860-51974a9f0fdd" providerId="ADAL" clId="{7AF844CB-4C3C-854F-B0FA-FDD6D64F2183}" dt="2025-10-29T15:35:39.691" v="221" actId="27636"/>
          <ac:spMkLst>
            <pc:docMk/>
            <pc:sldMk cId="3086355218" sldId="263"/>
            <ac:spMk id="4" creationId="{00000000-0000-0000-0000-000000000000}"/>
          </ac:spMkLst>
        </pc:spChg>
      </pc:sldChg>
      <pc:sldChg chg="modSp add mod">
        <pc:chgData name="Amirmohsen Golmohammadi" userId="7ce0db84-c3cb-435b-9860-51974a9f0fdd" providerId="ADAL" clId="{7AF844CB-4C3C-854F-B0FA-FDD6D64F2183}" dt="2025-10-29T15:37:01.451" v="246" actId="20577"/>
        <pc:sldMkLst>
          <pc:docMk/>
          <pc:sldMk cId="2046023841" sldId="264"/>
        </pc:sldMkLst>
        <pc:spChg chg="mod">
          <ac:chgData name="Amirmohsen Golmohammadi" userId="7ce0db84-c3cb-435b-9860-51974a9f0fdd" providerId="ADAL" clId="{7AF844CB-4C3C-854F-B0FA-FDD6D64F2183}" dt="2025-10-29T15:37:01.451" v="246" actId="20577"/>
          <ac:spMkLst>
            <pc:docMk/>
            <pc:sldMk cId="2046023841" sldId="264"/>
            <ac:spMk id="4" creationId="{00000000-0000-0000-0000-000000000000}"/>
          </ac:spMkLst>
        </pc:spChg>
      </pc:sldChg>
      <pc:sldChg chg="add del">
        <pc:chgData name="Amirmohsen Golmohammadi" userId="7ce0db84-c3cb-435b-9860-51974a9f0fdd" providerId="ADAL" clId="{7AF844CB-4C3C-854F-B0FA-FDD6D64F2183}" dt="2025-10-29T16:06:13.774" v="584" actId="2696"/>
        <pc:sldMkLst>
          <pc:docMk/>
          <pc:sldMk cId="654725608" sldId="265"/>
        </pc:sldMkLst>
      </pc:sldChg>
      <pc:sldChg chg="addSp delSp modSp add mod">
        <pc:chgData name="Amirmohsen Golmohammadi" userId="7ce0db84-c3cb-435b-9860-51974a9f0fdd" providerId="ADAL" clId="{7AF844CB-4C3C-854F-B0FA-FDD6D64F2183}" dt="2025-10-29T16:12:36.873" v="594" actId="20577"/>
        <pc:sldMkLst>
          <pc:docMk/>
          <pc:sldMk cId="2516747243" sldId="270"/>
        </pc:sldMkLst>
        <pc:spChg chg="mod">
          <ac:chgData name="Amirmohsen Golmohammadi" userId="7ce0db84-c3cb-435b-9860-51974a9f0fdd" providerId="ADAL" clId="{7AF844CB-4C3C-854F-B0FA-FDD6D64F2183}" dt="2025-10-29T16:12:36.873" v="594" actId="20577"/>
          <ac:spMkLst>
            <pc:docMk/>
            <pc:sldMk cId="2516747243" sldId="270"/>
            <ac:spMk id="4" creationId="{00000000-0000-0000-0000-000000000000}"/>
          </ac:spMkLst>
        </pc:spChg>
        <pc:picChg chg="add del mod">
          <ac:chgData name="Amirmohsen Golmohammadi" userId="7ce0db84-c3cb-435b-9860-51974a9f0fdd" providerId="ADAL" clId="{7AF844CB-4C3C-854F-B0FA-FDD6D64F2183}" dt="2025-10-29T16:11:40.367" v="589"/>
          <ac:picMkLst>
            <pc:docMk/>
            <pc:sldMk cId="2516747243" sldId="270"/>
            <ac:picMk id="5" creationId="{404A71E5-2E83-C780-8968-B410F4AB89AB}"/>
          </ac:picMkLst>
        </pc:picChg>
        <pc:picChg chg="add del mod">
          <ac:chgData name="Amirmohsen Golmohammadi" userId="7ce0db84-c3cb-435b-9860-51974a9f0fdd" providerId="ADAL" clId="{7AF844CB-4C3C-854F-B0FA-FDD6D64F2183}" dt="2025-10-29T16:11:55.191" v="592" actId="478"/>
          <ac:picMkLst>
            <pc:docMk/>
            <pc:sldMk cId="2516747243" sldId="270"/>
            <ac:picMk id="6" creationId="{8823E361-F296-0CFF-873C-C7D8CF58FDED}"/>
          </ac:picMkLst>
        </pc:picChg>
      </pc:sldChg>
      <pc:sldChg chg="modSp new mod">
        <pc:chgData name="Amirmohsen Golmohammadi" userId="7ce0db84-c3cb-435b-9860-51974a9f0fdd" providerId="ADAL" clId="{7AF844CB-4C3C-854F-B0FA-FDD6D64F2183}" dt="2025-10-29T16:01:52.523" v="577" actId="20577"/>
        <pc:sldMkLst>
          <pc:docMk/>
          <pc:sldMk cId="3397578007" sldId="271"/>
        </pc:sldMkLst>
        <pc:spChg chg="mod">
          <ac:chgData name="Amirmohsen Golmohammadi" userId="7ce0db84-c3cb-435b-9860-51974a9f0fdd" providerId="ADAL" clId="{7AF844CB-4C3C-854F-B0FA-FDD6D64F2183}" dt="2025-10-29T15:55:35.847" v="259" actId="20577"/>
          <ac:spMkLst>
            <pc:docMk/>
            <pc:sldMk cId="3397578007" sldId="271"/>
            <ac:spMk id="2" creationId="{7A302D67-7C66-7AB7-836F-AADA9DA3B1C5}"/>
          </ac:spMkLst>
        </pc:spChg>
        <pc:spChg chg="mod">
          <ac:chgData name="Amirmohsen Golmohammadi" userId="7ce0db84-c3cb-435b-9860-51974a9f0fdd" providerId="ADAL" clId="{7AF844CB-4C3C-854F-B0FA-FDD6D64F2183}" dt="2025-10-29T16:01:52.523" v="577" actId="20577"/>
          <ac:spMkLst>
            <pc:docMk/>
            <pc:sldMk cId="3397578007" sldId="271"/>
            <ac:spMk id="4" creationId="{7A52628F-3F4B-C77D-3C9B-7630BF8EF19D}"/>
          </ac:spMkLst>
        </pc:spChg>
      </pc:sldChg>
      <pc:sldChg chg="addSp delSp modSp new">
        <pc:chgData name="Amirmohsen Golmohammadi" userId="7ce0db84-c3cb-435b-9860-51974a9f0fdd" providerId="ADAL" clId="{7AF844CB-4C3C-854F-B0FA-FDD6D64F2183}" dt="2025-10-29T16:11:35.434" v="587"/>
        <pc:sldMkLst>
          <pc:docMk/>
          <pc:sldMk cId="3641998696" sldId="272"/>
        </pc:sldMkLst>
        <pc:picChg chg="add del mod">
          <ac:chgData name="Amirmohsen Golmohammadi" userId="7ce0db84-c3cb-435b-9860-51974a9f0fdd" providerId="ADAL" clId="{7AF844CB-4C3C-854F-B0FA-FDD6D64F2183}" dt="2025-10-29T16:11:35.434" v="587"/>
          <ac:picMkLst>
            <pc:docMk/>
            <pc:sldMk cId="3641998696" sldId="272"/>
            <ac:picMk id="5" creationId="{2D074F3E-8DAA-AB3A-1208-D0FFEB102B0E}"/>
          </ac:picMkLst>
        </pc:picChg>
      </pc:sldChg>
      <pc:sldChg chg="modSp add mod">
        <pc:chgData name="Amirmohsen Golmohammadi" userId="7ce0db84-c3cb-435b-9860-51974a9f0fdd" providerId="ADAL" clId="{7AF844CB-4C3C-854F-B0FA-FDD6D64F2183}" dt="2025-10-29T16:12:41.653" v="596" actId="20577"/>
        <pc:sldMkLst>
          <pc:docMk/>
          <pc:sldMk cId="3126090421" sldId="273"/>
        </pc:sldMkLst>
        <pc:spChg chg="mod">
          <ac:chgData name="Amirmohsen Golmohammadi" userId="7ce0db84-c3cb-435b-9860-51974a9f0fdd" providerId="ADAL" clId="{7AF844CB-4C3C-854F-B0FA-FDD6D64F2183}" dt="2025-10-29T16:12:41.653" v="596" actId="20577"/>
          <ac:spMkLst>
            <pc:docMk/>
            <pc:sldMk cId="3126090421" sldId="273"/>
            <ac:spMk id="4" creationId="{00000000-0000-0000-0000-000000000000}"/>
          </ac:spMkLst>
        </pc:spChg>
      </pc:sldChg>
      <pc:sldChg chg="del">
        <pc:chgData name="Amirmohsen Golmohammadi" userId="7ce0db84-c3cb-435b-9860-51974a9f0fdd" providerId="ADAL" clId="{7AF844CB-4C3C-854F-B0FA-FDD6D64F2183}" dt="2025-10-28T20:00:18.865" v="0" actId="2696"/>
        <pc:sldMkLst>
          <pc:docMk/>
          <pc:sldMk cId="2466492368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66A9A-16AD-4618-924D-B9BC32209995}" type="datetimeFigureOut">
              <a:rPr lang="en-CA" smtClean="0"/>
              <a:t>2025-11-09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66ADF-CD7C-484F-ACCD-98481CFD3C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1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66ADF-CD7C-484F-ACCD-98481CFD3C5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603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A7FBD20D-25EF-CE9F-DF7C-0222E67386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0" t="18786" r="7182" b="18369"/>
          <a:stretch/>
        </p:blipFill>
        <p:spPr bwMode="auto">
          <a:xfrm>
            <a:off x="2699792" y="5229200"/>
            <a:ext cx="367240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32288" y="-114482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1560" y="1447800"/>
            <a:ext cx="8075240" cy="478951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Ontario Tech University – OUInfo">
            <a:extLst>
              <a:ext uri="{FF2B5EF4-FFF2-40B4-BE49-F238E27FC236}">
                <a16:creationId xmlns:a16="http://schemas.microsoft.com/office/drawing/2014/main" id="{08C38C11-CD61-8F76-D948-FBEE34CB78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864" y="237208"/>
            <a:ext cx="2687600" cy="95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7030A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4800" dirty="0">
                <a:latin typeface="+mn-lt"/>
              </a:rPr>
              <a:t>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1D76D-31F6-D4EB-1545-A5B4C1D73EAE}"/>
              </a:ext>
            </a:extLst>
          </p:cNvPr>
          <p:cNvSpPr txBox="1"/>
          <p:nvPr/>
        </p:nvSpPr>
        <p:spPr>
          <a:xfrm>
            <a:off x="3162528" y="3284984"/>
            <a:ext cx="2818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229372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48339-58EE-B381-5423-FFA592AD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A60D22-80A1-7D9F-00A6-1D294005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4DDD9-76AB-76AF-BC08-D69082AB3C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sz="2800" dirty="0">
                <a:solidFill>
                  <a:sysClr val="windowText" lastClr="000000"/>
                </a:solidFill>
              </a:rPr>
              <a:t>The process of finding the best value (Minimum/Maximum) for an </a:t>
            </a:r>
            <a:r>
              <a:rPr lang="en-US" sz="2800" u="sng" dirty="0">
                <a:solidFill>
                  <a:srgbClr val="FF0000"/>
                </a:solidFill>
              </a:rPr>
              <a:t>objective function </a:t>
            </a:r>
            <a:r>
              <a:rPr lang="en-US" sz="2800" dirty="0">
                <a:solidFill>
                  <a:sysClr val="windowText" lastClr="000000"/>
                </a:solidFill>
              </a:rPr>
              <a:t>by changing </a:t>
            </a:r>
            <a:r>
              <a:rPr lang="en-US" sz="2800" u="sng" dirty="0">
                <a:solidFill>
                  <a:srgbClr val="FF0000"/>
                </a:solidFill>
              </a:rPr>
              <a:t>decision variables</a:t>
            </a:r>
            <a:r>
              <a:rPr lang="en-US" sz="2800" dirty="0">
                <a:solidFill>
                  <a:sysClr val="windowText" lastClr="000000"/>
                </a:solidFill>
              </a:rPr>
              <a:t> with respect to </a:t>
            </a:r>
            <a:r>
              <a:rPr lang="en-US" sz="2800" u="sng" dirty="0">
                <a:solidFill>
                  <a:srgbClr val="FF0000"/>
                </a:solidFill>
              </a:rPr>
              <a:t>constraints</a:t>
            </a:r>
            <a:r>
              <a:rPr lang="en-US" sz="2800" dirty="0">
                <a:solidFill>
                  <a:sysClr val="windowText" lastClr="000000"/>
                </a:solidFill>
              </a:rPr>
              <a:t>.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CA" dirty="0"/>
              <a:t>Very common in all the industries.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1"/>
            <a:r>
              <a:rPr lang="en-CA" dirty="0"/>
              <a:t>Maximize profit</a:t>
            </a:r>
          </a:p>
          <a:p>
            <a:pPr lv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cost</a:t>
            </a:r>
          </a:p>
          <a:p>
            <a:pPr lvl="1"/>
            <a:r>
              <a:rPr lang="en-CA" dirty="0"/>
              <a:t>Minimize risk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1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CA" b="1" dirty="0">
                    <a:solidFill>
                      <a:srgbClr val="FF0000"/>
                    </a:solidFill>
                  </a:rPr>
                  <a:t>Example:</a:t>
                </a:r>
                <a:r>
                  <a:rPr lang="en-CA" dirty="0"/>
                  <a:t> Ordinary least square method</a:t>
                </a:r>
              </a:p>
              <a:p>
                <a:pPr marL="0" indent="0">
                  <a:buNone/>
                </a:pPr>
                <a:endParaRPr lang="en-CA" dirty="0"/>
              </a:p>
              <a:p>
                <a:pPr marL="274320" lvl="1" indent="0">
                  <a:buNone/>
                </a:pPr>
                <a:r>
                  <a:rPr lang="en-CA" dirty="0"/>
                  <a:t>Min   </a:t>
                </a:r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CA" sz="28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CA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CA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CA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CA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A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CA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A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CA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CA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CA" sz="2800" dirty="0"/>
              </a:p>
              <a:p>
                <a:pPr marL="274320" lvl="1" indent="0">
                  <a:buNone/>
                </a:pPr>
                <a:r>
                  <a:rPr lang="en-CA" dirty="0"/>
                  <a:t>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  <a:p>
                <a:pPr marL="0" indent="0">
                  <a:buNone/>
                </a:pPr>
                <a:r>
                  <a:rPr lang="en-CA" dirty="0"/>
                  <a:t>Optimization:</a:t>
                </a:r>
              </a:p>
              <a:p>
                <a:pPr marL="788670" lvl="1" indent="-514350">
                  <a:buFont typeface="+mj-lt"/>
                  <a:buAutoNum type="arabicPeriod"/>
                </a:pPr>
                <a:r>
                  <a:rPr lang="en-CA" dirty="0"/>
                  <a:t>Decision variable</a:t>
                </a:r>
              </a:p>
              <a:p>
                <a:pPr marL="788670" lvl="1" indent="-514350">
                  <a:buFont typeface="+mj-lt"/>
                  <a:buAutoNum type="arabicPeriod"/>
                </a:pPr>
                <a:r>
                  <a:rPr lang="en-CA" dirty="0"/>
                  <a:t>Objective function</a:t>
                </a:r>
              </a:p>
              <a:p>
                <a:pPr marL="788670" lvl="1" indent="-514350">
                  <a:buFont typeface="+mj-lt"/>
                  <a:buAutoNum type="arabicPeriod"/>
                </a:pPr>
                <a:r>
                  <a:rPr lang="en-CA" dirty="0"/>
                  <a:t>Constraints</a:t>
                </a:r>
              </a:p>
              <a:p>
                <a:pPr marL="274320" lvl="1" indent="0">
                  <a:buNone/>
                </a:pPr>
                <a:endParaRPr lang="en-CA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471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97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lvl="0"/>
                <a:r>
                  <a:rPr lang="en-CA" sz="2800" b="1" dirty="0">
                    <a:solidFill>
                      <a:srgbClr val="FF0000"/>
                    </a:solidFill>
                  </a:rPr>
                  <a:t>Decision Variables: </a:t>
                </a:r>
                <a:r>
                  <a:rPr lang="en-US" sz="2800" dirty="0"/>
                  <a:t>Represent the unknown elements we are trying to find in the problem, such as the number of units of a product to produce.</a:t>
                </a:r>
              </a:p>
              <a:p>
                <a:pPr lvl="0"/>
                <a:endParaRPr lang="en-US" dirty="0"/>
              </a:p>
              <a:p>
                <a:pPr lvl="0"/>
                <a:r>
                  <a:rPr lang="en-US" sz="2800" b="1" dirty="0"/>
                  <a:t>Example:</a:t>
                </a:r>
                <a:r>
                  <a:rPr lang="en-US" b="1" dirty="0"/>
                  <a:t> </a:t>
                </a:r>
                <a:r>
                  <a:rPr lang="en-US" sz="2800" kern="0" dirty="0">
                    <a:solidFill>
                      <a:srgbClr val="000000"/>
                    </a:solidFill>
                  </a:rPr>
                  <a:t>Consider a simple production problem. We want to determine the number of products to produce (</a:t>
                </a:r>
                <a14:m>
                  <m:oMath xmlns:m="http://schemas.openxmlformats.org/officeDocument/2006/math"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kern="0" dirty="0">
                    <a:solidFill>
                      <a:srgbClr val="000000"/>
                    </a:solidFill>
                  </a:rPr>
                  <a:t>. </a:t>
                </a:r>
                <a:endParaRPr lang="en-US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980" t="-1662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77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algn="just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00000"/>
                  </a:buClr>
                  <a:buSzPct val="75000"/>
                  <a:defRPr/>
                </a:pPr>
                <a:r>
                  <a:rPr lang="en-CA" sz="2800" b="1" dirty="0">
                    <a:solidFill>
                      <a:srgbClr val="FF0000"/>
                    </a:solidFill>
                  </a:rPr>
                  <a:t>Objective Function: </a:t>
                </a:r>
                <a:r>
                  <a:rPr lang="en-US" sz="2800" kern="0" dirty="0">
                    <a:solidFill>
                      <a:srgbClr val="000000"/>
                    </a:solidFill>
                  </a:rPr>
                  <a:t>The goal of the problem, such as maximizing profit, maximizing the annual return, or minimizing cost.</a:t>
                </a:r>
              </a:p>
              <a:p>
                <a:pPr lvl="0"/>
                <a:endParaRPr lang="en-US" dirty="0"/>
              </a:p>
              <a:p>
                <a:pPr lvl="0"/>
                <a:r>
                  <a:rPr lang="en-US" sz="2800" b="1" dirty="0"/>
                  <a:t>Example: </a:t>
                </a:r>
                <a:r>
                  <a:rPr lang="en-US" sz="2800" dirty="0"/>
                  <a:t>Consider the previous example. The </a:t>
                </a:r>
                <a:r>
                  <a:rPr lang="en-US" sz="2800" kern="0" dirty="0">
                    <a:solidFill>
                      <a:srgbClr val="000000"/>
                    </a:solidFill>
                  </a:rPr>
                  <a:t>firm’s objective is to maximize total weekly profit, with a profit margin of $40 per unit.</a:t>
                </a:r>
              </a:p>
              <a:p>
                <a:pPr marL="0" lvl="0" indent="0" algn="ctr">
                  <a:buNone/>
                </a:pPr>
                <a:r>
                  <a:rPr lang="en-US" sz="2800" kern="0" dirty="0">
                    <a:solidFill>
                      <a:srgbClr val="000000"/>
                    </a:solidFill>
                  </a:rPr>
                  <a:t>max </a:t>
                </a:r>
                <a14:m>
                  <m:oMath xmlns:m="http://schemas.openxmlformats.org/officeDocument/2006/math"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kern="0" dirty="0">
                    <a:solidFill>
                      <a:srgbClr val="000000"/>
                    </a:solidFill>
                  </a:rPr>
                  <a:t> </a:t>
                </a:r>
                <a:endParaRPr lang="en-US" sz="2800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980" t="-2216" r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33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14400" y="1447800"/>
                <a:ext cx="7772400" cy="5077544"/>
              </a:xfrm>
            </p:spPr>
            <p:txBody>
              <a:bodyPr>
                <a:normAutofit/>
              </a:bodyPr>
              <a:lstStyle/>
              <a:p>
                <a:pPr algn="just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00000"/>
                  </a:buClr>
                  <a:buSzPct val="75000"/>
                  <a:defRPr/>
                </a:pPr>
                <a:r>
                  <a:rPr lang="en-CA" sz="2800" b="1" dirty="0">
                    <a:solidFill>
                      <a:srgbClr val="FF0000"/>
                    </a:solidFill>
                  </a:rPr>
                  <a:t>Constraints: </a:t>
                </a:r>
                <a:r>
                  <a:rPr lang="en-US" sz="28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A set of restrictions or limitations that prevent us from selecting any value we please for the decision variables, such as production capacities.</a:t>
                </a:r>
                <a:endParaRPr lang="en-US" sz="2800" kern="0" dirty="0">
                  <a:solidFill>
                    <a:srgbClr val="000000"/>
                  </a:solidFill>
                </a:endParaRPr>
              </a:p>
              <a:p>
                <a:pPr lvl="0"/>
                <a:endParaRPr lang="en-US" dirty="0"/>
              </a:p>
              <a:p>
                <a:pPr lvl="0"/>
                <a:r>
                  <a:rPr lang="en-US" sz="2800" b="1" dirty="0"/>
                  <a:t>Example: </a:t>
                </a:r>
                <a:r>
                  <a:rPr lang="en-US" sz="2800" dirty="0"/>
                  <a:t>Consider the previous example. </a:t>
                </a:r>
                <a:r>
                  <a:rPr lang="en-US" sz="2800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A production capacity constraint would be necessary if, for instance, each unit requires 5 hours to produce and only 40 hours are available per week. </a:t>
                </a:r>
              </a:p>
              <a:p>
                <a:pPr marL="0" lvl="0" indent="0" algn="ctr">
                  <a:buNone/>
                </a:pPr>
                <a:r>
                  <a:rPr lang="en-US" sz="28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≤40</m:t>
                    </m:r>
                  </m:oMath>
                </a14:m>
                <a:endParaRPr lang="en-CA" sz="2800" b="0" kern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800" kern="0" dirty="0">
                    <a:solidFill>
                      <a:srgbClr val="000000"/>
                    </a:solidFill>
                  </a:rPr>
                  <a:t> </a:t>
                </a:r>
                <a:endParaRPr lang="en-US" sz="2800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14400" y="1447800"/>
                <a:ext cx="7772400" cy="5077544"/>
              </a:xfrm>
              <a:blipFill>
                <a:blip r:embed="rId2"/>
                <a:stretch>
                  <a:fillRect l="-980" t="-2000" r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635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14400" y="1447800"/>
                <a:ext cx="7772400" cy="5077544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 algn="ctr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00000"/>
                  </a:buClr>
                  <a:buSzPct val="75000"/>
                  <a:buNone/>
                  <a:defRPr/>
                </a:pPr>
                <a:r>
                  <a:rPr lang="en-US" sz="2800" kern="0" dirty="0">
                    <a:solidFill>
                      <a:srgbClr val="000000"/>
                    </a:solidFill>
                  </a:rPr>
                  <a:t>max </a:t>
                </a:r>
                <a14:m>
                  <m:oMath xmlns:m="http://schemas.openxmlformats.org/officeDocument/2006/math">
                    <m:r>
                      <a:rPr lang="en-CA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CA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kern="0" dirty="0">
                    <a:solidFill>
                      <a:srgbClr val="000000"/>
                    </a:solidFill>
                  </a:rPr>
                  <a:t> </a:t>
                </a:r>
                <a:endParaRPr lang="en-US" sz="2800" dirty="0"/>
              </a:p>
              <a:p>
                <a:pPr marL="0" indent="0" algn="just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00000"/>
                  </a:buClr>
                  <a:buSzPct val="75000"/>
                  <a:buNone/>
                  <a:defRPr/>
                </a:pPr>
                <a:r>
                  <a:rPr lang="en-CA" sz="2800" b="0" i="1" kern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		</a:t>
                </a:r>
                <a:r>
                  <a:rPr lang="en-CA" sz="2800" b="0" kern="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s.t.</a:t>
                </a:r>
                <a:endParaRPr lang="en-CA" sz="2800" b="0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algn="just" fontAlgn="base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00000"/>
                  </a:buClr>
                  <a:buSzPct val="7500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CA" sz="2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CA" sz="2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CA" sz="2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≤40</m:t>
                      </m:r>
                    </m:oMath>
                  </m:oMathPara>
                </a14:m>
                <a:endParaRPr lang="en-CA" sz="2800" b="0" kern="0" dirty="0">
                  <a:solidFill>
                    <a:srgbClr val="000000"/>
                  </a:solidFill>
                  <a:ea typeface="Cambria Math" panose="02040503050406030204" pitchFamily="18" charset="0"/>
                </a:endParaRPr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800" kern="0" dirty="0">
                    <a:solidFill>
                      <a:srgbClr val="000000"/>
                    </a:solidFill>
                  </a:rPr>
                  <a:t> </a:t>
                </a:r>
              </a:p>
              <a:p>
                <a:pPr>
                  <a:lnSpc>
                    <a:spcPct val="120000"/>
                  </a:lnSpc>
                  <a:buClr>
                    <a:schemeClr val="accent2"/>
                  </a:buClr>
                </a:pPr>
                <a:r>
                  <a:rPr lang="en-US" sz="2800" b="1" kern="0" dirty="0">
                    <a:solidFill>
                      <a:srgbClr val="FF0000"/>
                    </a:solidFill>
                  </a:rPr>
                  <a:t>Example 1(Manufacturing Company): </a:t>
                </a:r>
                <a:r>
                  <a:rPr lang="en-CA" sz="2800" dirty="0"/>
                  <a:t>A company produces two types of products, A and B. The profit margin for Product A is $7, and the profit margin for Product B is $5. Each unit of Product A requires 3 hours of Resource 1 and 2 hours of Resource 2, while each unit of Product B requires 4 hours of Resource 1 and 1 hour of Resource 2. The available production capacities for Resource 1 and Resource 2 are 2,400 and 1,000 hours, respectively. The marketing department requires the company to produce no more than 450 units of Product A and at least 100 units of Product B.</a:t>
                </a:r>
                <a:endParaRPr lang="en-US" sz="3800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14400" y="1447800"/>
                <a:ext cx="7772400" cy="5077544"/>
              </a:xfrm>
              <a:blipFill>
                <a:blip r:embed="rId2"/>
                <a:stretch>
                  <a:fillRect l="-490" t="-2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02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2D67-7C66-7AB7-836F-AADA9DA3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3C7576-8122-963A-BD01-3464314B9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52628F-3F4B-C77D-3C9B-7630BF8EF19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Any linear programming model can be written as: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</a:t>
                </a:r>
                <a:r>
                  <a:rPr lang="en-US" dirty="0" err="1"/>
                  <a:t>s.t.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                       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endParaRPr lang="en-CA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CA" b="1" dirty="0"/>
                  <a:t>                     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CA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CA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dirty="0"/>
                  <a:t> are arrays, while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is a matrix.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52628F-3F4B-C77D-3C9B-7630BF8EF1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144" t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578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/>
          </a:bodyPr>
          <a:lstStyle/>
          <a:p>
            <a:r>
              <a:rPr lang="en-US" b="1" kern="0" dirty="0">
                <a:solidFill>
                  <a:srgbClr val="FF0000"/>
                </a:solidFill>
              </a:rPr>
              <a:t>Example 2(Ordering quantity): </a:t>
            </a:r>
            <a:r>
              <a:rPr lang="en-CA" sz="2400" dirty="0"/>
              <a:t>A company has two suppliers for a product. The company must decide how many units to purchase from each supplier. The purchase cost from Supplier 1 is $5 per unit and from Supplier 2 is $6 per unit. The capacities of Supplier 1 and Supplier 2 are 4,000 and 5,000 units per month, respectively. The company's demand is 7,000 units per month and must be fully satisfied. Based on historical data, 9% of Supplier 1's products are defective and 6% of Supplier 2's products are defective. The company inspects all received items and only ships the good products to customers. The inspection cost is $1 per unit.</a:t>
            </a:r>
            <a:endParaRPr lang="en-US" sz="24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6747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/>
          </a:bodyPr>
          <a:lstStyle/>
          <a:p>
            <a:r>
              <a:rPr lang="en-US" b="1" kern="0" dirty="0">
                <a:solidFill>
                  <a:srgbClr val="FF0000"/>
                </a:solidFill>
              </a:rPr>
              <a:t>Example 2(Ordering quantity): </a:t>
            </a:r>
            <a:r>
              <a:rPr lang="en-CA" sz="2400" dirty="0"/>
              <a:t>A company has two suppliers for a product. The company must decide how many units to purchase from each supplier. The purchase cost from Supplier 1 is $5 per unit and from Supplier 2 is $6 per unit. The capacities of Supplier 1 and Supplier 2 are 4,000 and 5,000 units per month, respectively. The company's demand is 7,000 units per month and must be fully satisfied. Based on historical data, 9% of Supplier 1's products are defective and 6% of Supplier 2's products are defective. The company inspects all received items and only ships the good products to customers. The inspection cost is $1 per unit.</a:t>
            </a:r>
            <a:endParaRPr lang="en-US" sz="2400" dirty="0"/>
          </a:p>
          <a:p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3E361-F296-0CFF-873C-C7D8CF58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289" y="116632"/>
            <a:ext cx="2628397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904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erations Management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Operations Management</Template>
  <TotalTime>4762</TotalTime>
  <Words>699</Words>
  <Application>Microsoft Macintosh PowerPoint</Application>
  <PresentationFormat>On-screen Show (4:3)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Cambria Math</vt:lpstr>
      <vt:lpstr>Franklin Gothic Book</vt:lpstr>
      <vt:lpstr>Perpetua</vt:lpstr>
      <vt:lpstr>Times New Roman</vt:lpstr>
      <vt:lpstr>Wingdings 2</vt:lpstr>
      <vt:lpstr>Operations Management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  <vt:lpstr>Optimization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Management</dc:title>
  <dc:creator>Amir</dc:creator>
  <cp:lastModifiedBy>Amirmohsen Golmohammadi</cp:lastModifiedBy>
  <cp:revision>61</cp:revision>
  <dcterms:created xsi:type="dcterms:W3CDTF">2016-10-30T21:44:55Z</dcterms:created>
  <dcterms:modified xsi:type="dcterms:W3CDTF">2025-11-09T16:13:53Z</dcterms:modified>
</cp:coreProperties>
</file>